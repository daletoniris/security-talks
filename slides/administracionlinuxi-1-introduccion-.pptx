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257" r:id="rId3"/>
    <p:sldId id="261" r:id="rId4"/>
    <p:sldId id="258" r:id="rId5"/>
    <p:sldId id="262" r:id="rId6"/>
    <p:sldId id="263" r:id="rId7"/>
    <p:sldId id="264" r:id="rId8"/>
    <p:sldId id="265" r:id="rId9"/>
    <p:sldId id="288" r:id="rId10"/>
    <p:sldId id="267" r:id="rId11"/>
    <p:sldId id="286" r:id="rId12"/>
    <p:sldId id="289" r:id="rId13"/>
    <p:sldId id="269" r:id="rId14"/>
    <p:sldId id="268" r:id="rId15"/>
    <p:sldId id="270" r:id="rId16"/>
    <p:sldId id="271" r:id="rId17"/>
    <p:sldId id="272"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2" d="100"/>
          <a:sy n="72" d="100"/>
        </p:scale>
        <p:origin x="-1098"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614"/>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1B3FA91E-8FF7-426B-8E55-E28B7E456D43}" type="datetimeFigureOut">
              <a:rPr lang="es-ES"/>
              <a:pPr>
                <a:defRPr/>
              </a:pPr>
              <a:t>15/04/2014</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endParaRPr lang="es-ES"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36F16958-AFE5-4D79-9FE5-C01394443F5C}" type="slidenum">
              <a:rPr lang="es-ES"/>
              <a:pPr>
                <a:defRPr/>
              </a:pPr>
              <a:t>‹Nº›</a:t>
            </a:fld>
            <a:endParaRPr lang="es-E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4" name="3 Rectángulo"/>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4 Rectángulo"/>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5 Rectángulo"/>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7 Título"/>
          <p:cNvSpPr>
            <a:spLocks noGrp="1"/>
          </p:cNvSpPr>
          <p:nvPr>
            <p:ph type="ctrTitle"/>
          </p:nvPr>
        </p:nvSpPr>
        <p:spPr>
          <a:xfrm>
            <a:off x="2362200" y="4038600"/>
            <a:ext cx="6477000" cy="1828800"/>
          </a:xfrm>
        </p:spPr>
        <p:txBody>
          <a:bodyPr anchor="b"/>
          <a:lstStyle>
            <a:lvl1pPr>
              <a:defRPr cap="all" baseline="0"/>
            </a:lvl1pPr>
          </a:lstStyle>
          <a:p>
            <a:r>
              <a:rPr lang="es-ES" smtClean="0"/>
              <a:t>Haga clic para modificar el estilo de título del patrón</a:t>
            </a:r>
            <a:endParaRPr lang="en-US"/>
          </a:p>
        </p:txBody>
      </p:sp>
      <p:sp>
        <p:nvSpPr>
          <p:cNvPr id="9" name="8 Subtítulo"/>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s-ES" smtClean="0"/>
              <a:t>Haga clic para modificar el estilo de subtítulo del patrón</a:t>
            </a:r>
            <a:endParaRPr lang="en-US"/>
          </a:p>
        </p:txBody>
      </p:sp>
      <p:sp>
        <p:nvSpPr>
          <p:cNvPr id="7" name="27 Marcador de fecha"/>
          <p:cNvSpPr>
            <a:spLocks noGrp="1"/>
          </p:cNvSpPr>
          <p:nvPr>
            <p:ph type="dt" sz="half" idx="10"/>
          </p:nvPr>
        </p:nvSpPr>
        <p:spPr>
          <a:xfrm>
            <a:off x="76200" y="6069013"/>
            <a:ext cx="2057400" cy="685800"/>
          </a:xfrm>
        </p:spPr>
        <p:txBody>
          <a:bodyPr>
            <a:noAutofit/>
          </a:bodyPr>
          <a:lstStyle>
            <a:lvl1pPr algn="l">
              <a:defRPr sz="2000" smtClean="0">
                <a:solidFill>
                  <a:srgbClr val="FFFFFF"/>
                </a:solidFill>
              </a:defRPr>
            </a:lvl1pPr>
          </a:lstStyle>
          <a:p>
            <a:pPr>
              <a:defRPr/>
            </a:pPr>
            <a:fld id="{814A4A8A-28F4-46FE-ADF7-7600EC532B33}" type="datetimeFigureOut">
              <a:rPr lang="en-US"/>
              <a:pPr>
                <a:defRPr/>
              </a:pPr>
              <a:t>4/15/2014</a:t>
            </a:fld>
            <a:endParaRPr lang="en-US"/>
          </a:p>
        </p:txBody>
      </p:sp>
      <p:sp>
        <p:nvSpPr>
          <p:cNvPr id="10" name="16 Marcador de pie de página"/>
          <p:cNvSpPr>
            <a:spLocks noGrp="1"/>
          </p:cNvSpPr>
          <p:nvPr>
            <p:ph type="ftr" sz="quarter" idx="11"/>
          </p:nvPr>
        </p:nvSpPr>
        <p:spPr>
          <a:xfrm>
            <a:off x="2085975" y="236538"/>
            <a:ext cx="5867400" cy="365125"/>
          </a:xfrm>
        </p:spPr>
        <p:txBody>
          <a:bodyPr/>
          <a:lstStyle>
            <a:lvl1pPr algn="r">
              <a:defRPr sz="1400">
                <a:solidFill>
                  <a:schemeClr val="tx2"/>
                </a:solidFill>
              </a:defRPr>
            </a:lvl1pPr>
          </a:lstStyle>
          <a:p>
            <a:pPr>
              <a:defRPr/>
            </a:pPr>
            <a:endParaRPr lang="en-US"/>
          </a:p>
        </p:txBody>
      </p:sp>
      <p:sp>
        <p:nvSpPr>
          <p:cNvPr id="11" name="28 Marcador de número de diapositiva"/>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45B10F10-A398-4666-A36E-E84117060E8C}" type="slidenum">
              <a:rPr lang="en-US"/>
              <a:pPr>
                <a:defRPr/>
              </a:pPr>
              <a:t>‹Nº›</a:t>
            </a:fld>
            <a:endParaRPr lang="en-US" dirty="0">
              <a:solidFill>
                <a:schemeClr val="tx2">
                  <a:shade val="90000"/>
                </a:scheme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12648" y="228600"/>
            <a:ext cx="8153400" cy="990600"/>
          </a:xfrm>
        </p:spPr>
        <p:txBody>
          <a:bodyPr/>
          <a:lstStyle/>
          <a:p>
            <a:r>
              <a:rPr lang="es-ES" smtClean="0"/>
              <a:t>Haga clic para modificar el estilo de título del patrón</a:t>
            </a:r>
            <a:endParaRPr lang="en-US"/>
          </a:p>
        </p:txBody>
      </p:sp>
      <p:sp>
        <p:nvSpPr>
          <p:cNvPr id="8" name="7 Marcador de contenido"/>
          <p:cNvSpPr>
            <a:spLocks noGrp="1"/>
          </p:cNvSpPr>
          <p:nvPr>
            <p:ph sz="quarter" idx="1"/>
          </p:nvPr>
        </p:nvSpPr>
        <p:spPr>
          <a:xfrm>
            <a:off x="612648" y="1600200"/>
            <a:ext cx="8153400" cy="4495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lvl1pPr>
              <a:defRPr/>
            </a:lvl1pPr>
          </a:lstStyle>
          <a:p>
            <a:pPr>
              <a:defRPr/>
            </a:pPr>
            <a:fld id="{D042AFBF-8B60-4E1D-A72E-F84F34117FFE}" type="datetimeFigureOut">
              <a:rPr lang="en-US"/>
              <a:pPr>
                <a:defRPr/>
              </a:pPr>
              <a:t>4/15/2014</a:t>
            </a:fld>
            <a:endParaRPr lang="en-US"/>
          </a:p>
        </p:txBody>
      </p:sp>
      <p:sp>
        <p:nvSpPr>
          <p:cNvPr id="5" name="4 Marcador de pie de página"/>
          <p:cNvSpPr>
            <a:spLocks noGrp="1"/>
          </p:cNvSpPr>
          <p:nvPr>
            <p:ph type="ftr" sz="quarter" idx="11"/>
          </p:nvPr>
        </p:nvSpPr>
        <p:spPr/>
        <p:txBody>
          <a:bodyPr/>
          <a:lstStyle>
            <a:lvl1pPr>
              <a:defRPr sz="1400">
                <a:solidFill>
                  <a:schemeClr val="tx2"/>
                </a:solidFill>
              </a:defRPr>
            </a:lvl1pPr>
          </a:lstStyle>
          <a:p>
            <a:pPr>
              <a:defRPr/>
            </a:pPr>
            <a:endParaRPr lang="en-US"/>
          </a:p>
        </p:txBody>
      </p:sp>
      <p:sp>
        <p:nvSpPr>
          <p:cNvPr id="6" name="5 Marcador de número de diapositiva"/>
          <p:cNvSpPr>
            <a:spLocks noGrp="1"/>
          </p:cNvSpPr>
          <p:nvPr>
            <p:ph type="sldNum" sz="quarter" idx="12"/>
          </p:nvPr>
        </p:nvSpPr>
        <p:spPr/>
        <p:txBody>
          <a:bodyPr/>
          <a:lstStyle>
            <a:lvl1pPr algn="ctr">
              <a:defRPr smtClean="0">
                <a:solidFill>
                  <a:srgbClr val="FFFFFF"/>
                </a:solidFill>
              </a:defRPr>
            </a:lvl1pPr>
          </a:lstStyle>
          <a:p>
            <a:pPr>
              <a:defRPr/>
            </a:pPr>
            <a:fld id="{52C6B705-5F79-40EE-9F0A-B706EB80A138}" type="slidenum">
              <a:rPr lang="en-US"/>
              <a:pPr>
                <a:defRPr/>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4" name="3 Rectángulo"/>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4 Rectángulo"/>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5 Rectángulo"/>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2 Marcador de texto"/>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s-ES" smtClean="0"/>
              <a:t>Haga clic para modificar el estilo de texto del patrón</a:t>
            </a:r>
          </a:p>
        </p:txBody>
      </p:sp>
      <p:sp>
        <p:nvSpPr>
          <p:cNvPr id="2" name="1 Título"/>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s-ES" smtClean="0"/>
              <a:t>Haga clic para modificar el estilo de título del patrón</a:t>
            </a:r>
            <a:endParaRPr lang="en-US"/>
          </a:p>
        </p:txBody>
      </p:sp>
      <p:sp>
        <p:nvSpPr>
          <p:cNvPr id="7" name="11 Marcador de fecha"/>
          <p:cNvSpPr>
            <a:spLocks noGrp="1"/>
          </p:cNvSpPr>
          <p:nvPr>
            <p:ph type="dt" sz="half" idx="10"/>
          </p:nvPr>
        </p:nvSpPr>
        <p:spPr/>
        <p:txBody>
          <a:bodyPr/>
          <a:lstStyle>
            <a:lvl1pPr>
              <a:defRPr/>
            </a:lvl1pPr>
          </a:lstStyle>
          <a:p>
            <a:pPr>
              <a:defRPr/>
            </a:pPr>
            <a:fld id="{64BF75CD-04DB-481B-B5E9-7EC2964B1172}" type="datetimeFigureOut">
              <a:rPr lang="en-US"/>
              <a:pPr>
                <a:defRPr/>
              </a:pPr>
              <a:t>4/15/2014</a:t>
            </a:fld>
            <a:endParaRPr lang="en-US"/>
          </a:p>
        </p:txBody>
      </p:sp>
      <p:sp>
        <p:nvSpPr>
          <p:cNvPr id="8" name="12 Marcador de número de diapositiva"/>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35A53C56-4C02-4AA0-92AF-586886096469}" type="slidenum">
              <a:rPr lang="en-US"/>
              <a:pPr>
                <a:defRPr/>
              </a:pPr>
              <a:t>‹Nº›</a:t>
            </a:fld>
            <a:endParaRPr lang="en-US">
              <a:solidFill>
                <a:schemeClr val="tx2">
                  <a:shade val="90000"/>
                </a:schemeClr>
              </a:solidFill>
            </a:endParaRPr>
          </a:p>
        </p:txBody>
      </p:sp>
      <p:sp>
        <p:nvSpPr>
          <p:cNvPr id="9" name="13 Marcador de pie de página"/>
          <p:cNvSpPr>
            <a:spLocks noGrp="1"/>
          </p:cNvSpPr>
          <p:nvPr>
            <p:ph type="ftr" sz="quarter" idx="12"/>
          </p:nvPr>
        </p:nvSpPr>
        <p:spPr/>
        <p:txBody>
          <a:bodyPr/>
          <a:lstStyle>
            <a:lvl1pPr>
              <a:defRPr sz="1400">
                <a:solidFill>
                  <a:schemeClr val="tx2"/>
                </a:solidFill>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9" name="8 Marcador de contenido"/>
          <p:cNvSpPr>
            <a:spLocks noGrp="1"/>
          </p:cNvSpPr>
          <p:nvPr>
            <p:ph sz="quarter" idx="1"/>
          </p:nvPr>
        </p:nvSpPr>
        <p:spPr>
          <a:xfrm>
            <a:off x="609600" y="1589567"/>
            <a:ext cx="3886200" cy="45720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1" name="10 Marcador de contenido"/>
          <p:cNvSpPr>
            <a:spLocks noGrp="1"/>
          </p:cNvSpPr>
          <p:nvPr>
            <p:ph sz="quarter" idx="2"/>
          </p:nvPr>
        </p:nvSpPr>
        <p:spPr>
          <a:xfrm>
            <a:off x="4844901" y="1589567"/>
            <a:ext cx="3886200" cy="45720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7 Marcador de fecha"/>
          <p:cNvSpPr>
            <a:spLocks noGrp="1"/>
          </p:cNvSpPr>
          <p:nvPr>
            <p:ph type="dt" sz="half" idx="10"/>
          </p:nvPr>
        </p:nvSpPr>
        <p:spPr/>
        <p:txBody>
          <a:bodyPr rtlCol="0"/>
          <a:lstStyle>
            <a:lvl1pPr>
              <a:defRPr/>
            </a:lvl1pPr>
          </a:lstStyle>
          <a:p>
            <a:pPr>
              <a:defRPr/>
            </a:pPr>
            <a:fld id="{426CB9D1-4BC4-414A-B5E8-72CC7B666DFF}" type="datetimeFigureOut">
              <a:rPr lang="en-US"/>
              <a:pPr>
                <a:defRPr/>
              </a:pPr>
              <a:t>4/15/2014</a:t>
            </a:fld>
            <a:endParaRPr lang="en-US"/>
          </a:p>
        </p:txBody>
      </p:sp>
      <p:sp>
        <p:nvSpPr>
          <p:cNvPr id="6" name="9 Marcador de número de diapositiva"/>
          <p:cNvSpPr>
            <a:spLocks noGrp="1"/>
          </p:cNvSpPr>
          <p:nvPr>
            <p:ph type="sldNum" sz="quarter" idx="11"/>
          </p:nvPr>
        </p:nvSpPr>
        <p:spPr/>
        <p:txBody>
          <a:bodyPr rtlCol="0"/>
          <a:lstStyle>
            <a:lvl1pPr algn="ctr">
              <a:defRPr/>
            </a:lvl1pPr>
          </a:lstStyle>
          <a:p>
            <a:pPr>
              <a:defRPr/>
            </a:pPr>
            <a:fld id="{1048B762-AA11-4838-B645-4FD5CF11293E}" type="slidenum">
              <a:rPr lang="en-US"/>
              <a:pPr>
                <a:defRPr/>
              </a:pPr>
              <a:t>‹Nº›</a:t>
            </a:fld>
            <a:endParaRPr lang="en-US"/>
          </a:p>
        </p:txBody>
      </p:sp>
      <p:sp>
        <p:nvSpPr>
          <p:cNvPr id="7" name="11 Marcador de pie de página"/>
          <p:cNvSpPr>
            <a:spLocks noGrp="1"/>
          </p:cNvSpPr>
          <p:nvPr>
            <p:ph type="ftr" sz="quarter" idx="12"/>
          </p:nvPr>
        </p:nvSpPr>
        <p:spPr/>
        <p:txBody>
          <a:bodyPr rtlCol="0"/>
          <a:lstStyle>
            <a:lvl1pPr>
              <a:defRPr sz="1400">
                <a:solidFill>
                  <a:schemeClr val="tx2"/>
                </a:solidFill>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33400" y="273050"/>
            <a:ext cx="8153400" cy="869950"/>
          </a:xfrm>
        </p:spPr>
        <p:txBody>
          <a:bodyPr/>
          <a:lstStyle>
            <a:lvl1pPr>
              <a:defRPr/>
            </a:lvl1pPr>
          </a:lstStyle>
          <a:p>
            <a:r>
              <a:rPr lang="es-ES" smtClean="0"/>
              <a:t>Haga clic para modificar el estilo de título del patrón</a:t>
            </a:r>
            <a:endParaRPr lang="en-US"/>
          </a:p>
        </p:txBody>
      </p:sp>
      <p:sp>
        <p:nvSpPr>
          <p:cNvPr id="11" name="10 Marcador de contenido"/>
          <p:cNvSpPr>
            <a:spLocks noGrp="1"/>
          </p:cNvSpPr>
          <p:nvPr>
            <p:ph sz="quarter" idx="2"/>
          </p:nvPr>
        </p:nvSpPr>
        <p:spPr>
          <a:xfrm>
            <a:off x="609600" y="2438400"/>
            <a:ext cx="3886200" cy="35814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3" name="12 Marcador de contenido"/>
          <p:cNvSpPr>
            <a:spLocks noGrp="1"/>
          </p:cNvSpPr>
          <p:nvPr>
            <p:ph sz="quarter" idx="4"/>
          </p:nvPr>
        </p:nvSpPr>
        <p:spPr>
          <a:xfrm>
            <a:off x="4800600" y="2438400"/>
            <a:ext cx="3886200" cy="35814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6" name="15 Marcador de texto"/>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s-ES" smtClean="0"/>
              <a:t>Haga clic para modificar el estilo de texto del patrón</a:t>
            </a:r>
          </a:p>
        </p:txBody>
      </p:sp>
      <p:sp>
        <p:nvSpPr>
          <p:cNvPr id="15" name="14 Marcador de texto"/>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s-ES" smtClean="0"/>
              <a:t>Haga clic para modificar el estilo de texto del patrón</a:t>
            </a:r>
          </a:p>
        </p:txBody>
      </p:sp>
      <p:sp>
        <p:nvSpPr>
          <p:cNvPr id="7" name="9 Marcador de fecha"/>
          <p:cNvSpPr>
            <a:spLocks noGrp="1"/>
          </p:cNvSpPr>
          <p:nvPr>
            <p:ph type="dt" sz="half" idx="10"/>
          </p:nvPr>
        </p:nvSpPr>
        <p:spPr/>
        <p:txBody>
          <a:bodyPr rtlCol="0"/>
          <a:lstStyle>
            <a:lvl1pPr>
              <a:defRPr/>
            </a:lvl1pPr>
          </a:lstStyle>
          <a:p>
            <a:pPr>
              <a:defRPr/>
            </a:pPr>
            <a:fld id="{73294A6B-4206-4EBB-B83B-2847B6390629}" type="datetimeFigureOut">
              <a:rPr lang="en-US"/>
              <a:pPr>
                <a:defRPr/>
              </a:pPr>
              <a:t>4/15/2014</a:t>
            </a:fld>
            <a:endParaRPr lang="en-US"/>
          </a:p>
        </p:txBody>
      </p:sp>
      <p:sp>
        <p:nvSpPr>
          <p:cNvPr id="8" name="11 Marcador de número de diapositiva"/>
          <p:cNvSpPr>
            <a:spLocks noGrp="1"/>
          </p:cNvSpPr>
          <p:nvPr>
            <p:ph type="sldNum" sz="quarter" idx="11"/>
          </p:nvPr>
        </p:nvSpPr>
        <p:spPr/>
        <p:txBody>
          <a:bodyPr rtlCol="0"/>
          <a:lstStyle>
            <a:lvl1pPr algn="ctr">
              <a:defRPr/>
            </a:lvl1pPr>
          </a:lstStyle>
          <a:p>
            <a:pPr>
              <a:defRPr/>
            </a:pPr>
            <a:fld id="{4C875DB3-6886-4398-ACD8-B9EFA6D25507}" type="slidenum">
              <a:rPr lang="en-US"/>
              <a:pPr>
                <a:defRPr/>
              </a:pPr>
              <a:t>‹Nº›</a:t>
            </a:fld>
            <a:endParaRPr lang="en-US" dirty="0"/>
          </a:p>
        </p:txBody>
      </p:sp>
      <p:sp>
        <p:nvSpPr>
          <p:cNvPr id="9" name="13 Marcador de pie de página"/>
          <p:cNvSpPr>
            <a:spLocks noGrp="1"/>
          </p:cNvSpPr>
          <p:nvPr>
            <p:ph type="ftr" sz="quarter" idx="12"/>
          </p:nvPr>
        </p:nvSpPr>
        <p:spPr/>
        <p:txBody>
          <a:bodyPr rtlCol="0"/>
          <a:lstStyle>
            <a:lvl1pPr>
              <a:defRPr sz="1400">
                <a:solidFill>
                  <a:schemeClr val="tx2"/>
                </a:solidFill>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lvl1pPr>
              <a:defRPr/>
            </a:lvl1pPr>
          </a:lstStyle>
          <a:p>
            <a:pPr>
              <a:defRPr/>
            </a:pPr>
            <a:fld id="{8DDCF2E6-2C69-464A-A0BC-4DE502EA6494}" type="datetimeFigureOut">
              <a:rPr lang="en-US"/>
              <a:pPr>
                <a:defRPr/>
              </a:pPr>
              <a:t>4/15/2014</a:t>
            </a:fld>
            <a:endParaRPr lang="en-US"/>
          </a:p>
        </p:txBody>
      </p:sp>
      <p:sp>
        <p:nvSpPr>
          <p:cNvPr id="4" name="3 Marcador de pie de página"/>
          <p:cNvSpPr>
            <a:spLocks noGrp="1"/>
          </p:cNvSpPr>
          <p:nvPr>
            <p:ph type="ftr" sz="quarter" idx="11"/>
          </p:nvPr>
        </p:nvSpPr>
        <p:spPr/>
        <p:txBody>
          <a:bodyPr/>
          <a:lstStyle>
            <a:lvl1pPr>
              <a:defRPr sz="1400">
                <a:solidFill>
                  <a:schemeClr val="tx2"/>
                </a:solidFill>
              </a:defRPr>
            </a:lvl1pPr>
          </a:lstStyle>
          <a:p>
            <a:pPr>
              <a:defRPr/>
            </a:pPr>
            <a:endParaRPr lang="en-US"/>
          </a:p>
        </p:txBody>
      </p:sp>
      <p:sp>
        <p:nvSpPr>
          <p:cNvPr id="5" name="4 Marcador de número de diapositiva"/>
          <p:cNvSpPr>
            <a:spLocks noGrp="1"/>
          </p:cNvSpPr>
          <p:nvPr>
            <p:ph type="sldNum" sz="quarter" idx="12"/>
          </p:nvPr>
        </p:nvSpPr>
        <p:spPr/>
        <p:txBody>
          <a:bodyPr/>
          <a:lstStyle>
            <a:lvl1pPr algn="ctr">
              <a:defRPr smtClean="0">
                <a:solidFill>
                  <a:srgbClr val="FFFFFF"/>
                </a:solidFill>
              </a:defRPr>
            </a:lvl1pPr>
          </a:lstStyle>
          <a:p>
            <a:pPr>
              <a:defRPr/>
            </a:pPr>
            <a:fld id="{2C140146-FD32-465E-901A-832A1AC37534}" type="slidenum">
              <a:rPr lang="en-US"/>
              <a:pPr>
                <a:defRPr/>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pPr>
              <a:defRPr/>
            </a:pPr>
            <a:fld id="{D48C88BB-D822-46D3-AA09-20CC70C6011F}" type="datetimeFigureOut">
              <a:rPr lang="en-US"/>
              <a:pPr>
                <a:defRPr/>
              </a:pPr>
              <a:t>4/15/2014</a:t>
            </a:fld>
            <a:endParaRPr lang="en-US"/>
          </a:p>
        </p:txBody>
      </p:sp>
      <p:sp>
        <p:nvSpPr>
          <p:cNvPr id="3" name="2 Marcador de pie de página"/>
          <p:cNvSpPr>
            <a:spLocks noGrp="1"/>
          </p:cNvSpPr>
          <p:nvPr>
            <p:ph type="ftr" sz="quarter" idx="11"/>
          </p:nvPr>
        </p:nvSpPr>
        <p:spPr/>
        <p:txBody>
          <a:bodyPr/>
          <a:lstStyle>
            <a:lvl1pPr>
              <a:defRPr sz="1400">
                <a:solidFill>
                  <a:schemeClr val="tx2"/>
                </a:solidFill>
              </a:defRPr>
            </a:lvl1pPr>
          </a:lstStyle>
          <a:p>
            <a:pPr>
              <a:defRPr/>
            </a:pPr>
            <a:endParaRPr lang="en-US"/>
          </a:p>
        </p:txBody>
      </p:sp>
      <p:sp>
        <p:nvSpPr>
          <p:cNvPr id="4" name="3 Marcador de número de diapositiva"/>
          <p:cNvSpPr>
            <a:spLocks noGrp="1"/>
          </p:cNvSpPr>
          <p:nvPr>
            <p:ph type="sldNum" sz="quarter" idx="12"/>
          </p:nvPr>
        </p:nvSpPr>
        <p:spPr>
          <a:xfrm>
            <a:off x="0" y="6248400"/>
            <a:ext cx="533400" cy="381000"/>
          </a:xfrm>
        </p:spPr>
        <p:txBody>
          <a:bodyPr/>
          <a:lstStyle>
            <a:lvl1pPr algn="ctr">
              <a:defRPr smtClean="0">
                <a:solidFill>
                  <a:schemeClr val="tx2"/>
                </a:solidFill>
              </a:defRPr>
            </a:lvl1pPr>
          </a:lstStyle>
          <a:p>
            <a:pPr>
              <a:defRPr/>
            </a:pPr>
            <a:fld id="{C064AB46-8B91-48E5-8515-E9D45AEC1F4F}" type="slidenum">
              <a:rPr lang="en-US"/>
              <a:pPr>
                <a:defRPr/>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grpSp>
        <p:nvGrpSpPr>
          <p:cNvPr id="5" name="10 Grupo"/>
          <p:cNvGrpSpPr>
            <a:grpSpLocks/>
          </p:cNvGrpSpPr>
          <p:nvPr userDrawn="1"/>
        </p:nvGrpSpPr>
        <p:grpSpPr bwMode="auto">
          <a:xfrm>
            <a:off x="7143750" y="285750"/>
            <a:ext cx="1785938" cy="642938"/>
            <a:chOff x="2857488" y="2786058"/>
            <a:chExt cx="3071834" cy="1281117"/>
          </a:xfrm>
        </p:grpSpPr>
        <p:pic>
          <p:nvPicPr>
            <p:cNvPr id="6" name="Picture 3"/>
            <p:cNvPicPr>
              <a:picLocks noChangeAspect="1" noChangeArrowheads="1"/>
            </p:cNvPicPr>
            <p:nvPr/>
          </p:nvPicPr>
          <p:blipFill>
            <a:blip r:embed="rId2" cstate="print">
              <a:lum bright="60000"/>
            </a:blip>
            <a:srcRect/>
            <a:stretch>
              <a:fillRect/>
            </a:stretch>
          </p:blipFill>
          <p:spPr bwMode="auto">
            <a:xfrm>
              <a:off x="4067175" y="2790825"/>
              <a:ext cx="1009650" cy="1276350"/>
            </a:xfrm>
            <a:prstGeom prst="rect">
              <a:avLst/>
            </a:prstGeom>
            <a:noFill/>
            <a:ln w="9525">
              <a:noFill/>
              <a:miter lim="800000"/>
              <a:headEnd/>
              <a:tailEnd/>
            </a:ln>
          </p:spPr>
        </p:pic>
        <p:pic>
          <p:nvPicPr>
            <p:cNvPr id="7" name="Picture 4"/>
            <p:cNvPicPr>
              <a:picLocks noChangeAspect="1" noChangeArrowheads="1"/>
            </p:cNvPicPr>
            <p:nvPr/>
          </p:nvPicPr>
          <p:blipFill>
            <a:blip r:embed="rId3" cstate="print">
              <a:lum bright="60000"/>
            </a:blip>
            <a:srcRect/>
            <a:stretch>
              <a:fillRect/>
            </a:stretch>
          </p:blipFill>
          <p:spPr bwMode="auto">
            <a:xfrm>
              <a:off x="5091122" y="2786058"/>
              <a:ext cx="838200" cy="1257300"/>
            </a:xfrm>
            <a:prstGeom prst="rect">
              <a:avLst/>
            </a:prstGeom>
            <a:noFill/>
            <a:ln w="9525">
              <a:noFill/>
              <a:miter lim="800000"/>
              <a:headEnd/>
              <a:tailEnd/>
            </a:ln>
          </p:spPr>
        </p:pic>
        <p:pic>
          <p:nvPicPr>
            <p:cNvPr id="8" name="Picture 5"/>
            <p:cNvPicPr>
              <a:picLocks noChangeAspect="1" noChangeArrowheads="1"/>
            </p:cNvPicPr>
            <p:nvPr/>
          </p:nvPicPr>
          <p:blipFill>
            <a:blip r:embed="rId4" cstate="print">
              <a:lum bright="60000"/>
            </a:blip>
            <a:srcRect/>
            <a:stretch>
              <a:fillRect/>
            </a:stretch>
          </p:blipFill>
          <p:spPr bwMode="auto">
            <a:xfrm>
              <a:off x="2857488" y="2867025"/>
              <a:ext cx="1190625" cy="1123950"/>
            </a:xfrm>
            <a:prstGeom prst="rect">
              <a:avLst/>
            </a:prstGeom>
            <a:noFill/>
            <a:ln w="9525">
              <a:noFill/>
              <a:miter lim="800000"/>
              <a:headEnd/>
              <a:tailEnd/>
            </a:ln>
          </p:spPr>
        </p:pic>
      </p:grpSp>
      <p:sp>
        <p:nvSpPr>
          <p:cNvPr id="2" name="1 Título"/>
          <p:cNvSpPr>
            <a:spLocks noGrp="1"/>
          </p:cNvSpPr>
          <p:nvPr>
            <p:ph type="title"/>
          </p:nvPr>
        </p:nvSpPr>
        <p:spPr>
          <a:xfrm>
            <a:off x="609600" y="273050"/>
            <a:ext cx="8077200" cy="869950"/>
          </a:xfrm>
        </p:spPr>
        <p:txBody>
          <a:bodyPr/>
          <a:lstStyle>
            <a:lvl1pPr algn="l">
              <a:buNone/>
              <a:defRPr sz="4400" b="0"/>
            </a:lvl1pPr>
          </a:lstStyle>
          <a:p>
            <a:r>
              <a:rPr lang="es-ES" smtClean="0"/>
              <a:t>Haga clic para modificar el estilo de título del patrón</a:t>
            </a:r>
            <a:endParaRPr lang="en-US"/>
          </a:p>
        </p:txBody>
      </p:sp>
      <p:sp>
        <p:nvSpPr>
          <p:cNvPr id="3" name="2 Marcador de texto"/>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s-ES" smtClean="0"/>
              <a:t>Haga clic para modificar el estilo de texto del patrón</a:t>
            </a:r>
          </a:p>
        </p:txBody>
      </p:sp>
      <p:sp>
        <p:nvSpPr>
          <p:cNvPr id="9" name="8 Marcador de contenido"/>
          <p:cNvSpPr>
            <a:spLocks noGrp="1"/>
          </p:cNvSpPr>
          <p:nvPr>
            <p:ph sz="quarter" idx="1"/>
          </p:nvPr>
        </p:nvSpPr>
        <p:spPr>
          <a:xfrm>
            <a:off x="2362200" y="1752600"/>
            <a:ext cx="6400800" cy="4419600"/>
          </a:xfrm>
        </p:spPr>
        <p:txBody>
          <a:body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n-US" dirty="0"/>
          </a:p>
        </p:txBody>
      </p:sp>
      <p:sp>
        <p:nvSpPr>
          <p:cNvPr id="10" name="4 Marcador de fecha"/>
          <p:cNvSpPr>
            <a:spLocks noGrp="1"/>
          </p:cNvSpPr>
          <p:nvPr>
            <p:ph type="dt" sz="half" idx="10"/>
          </p:nvPr>
        </p:nvSpPr>
        <p:spPr/>
        <p:txBody>
          <a:bodyPr/>
          <a:lstStyle>
            <a:lvl1pPr>
              <a:defRPr/>
            </a:lvl1pPr>
          </a:lstStyle>
          <a:p>
            <a:pPr>
              <a:defRPr/>
            </a:pPr>
            <a:fld id="{808A0D7E-5EC3-40DE-915C-92BB6897E24F}" type="datetimeFigureOut">
              <a:rPr lang="en-US"/>
              <a:pPr>
                <a:defRPr/>
              </a:pPr>
              <a:t>4/15/2014</a:t>
            </a:fld>
            <a:endParaRPr lang="en-US"/>
          </a:p>
        </p:txBody>
      </p:sp>
      <p:sp>
        <p:nvSpPr>
          <p:cNvPr id="11" name="5 Marcador de pie de página"/>
          <p:cNvSpPr>
            <a:spLocks noGrp="1"/>
          </p:cNvSpPr>
          <p:nvPr>
            <p:ph type="ftr" sz="quarter" idx="11"/>
          </p:nvPr>
        </p:nvSpPr>
        <p:spPr/>
        <p:txBody>
          <a:bodyPr/>
          <a:lstStyle>
            <a:lvl1pPr>
              <a:defRPr sz="1400">
                <a:solidFill>
                  <a:schemeClr val="tx2"/>
                </a:solidFill>
              </a:defRPr>
            </a:lvl1pPr>
          </a:lstStyle>
          <a:p>
            <a:pPr>
              <a:defRPr/>
            </a:pPr>
            <a:endParaRPr lang="en-US"/>
          </a:p>
        </p:txBody>
      </p:sp>
      <p:sp>
        <p:nvSpPr>
          <p:cNvPr id="12" name="6 Marcador de número de diapositiva"/>
          <p:cNvSpPr>
            <a:spLocks noGrp="1"/>
          </p:cNvSpPr>
          <p:nvPr>
            <p:ph type="sldNum" sz="quarter" idx="12"/>
          </p:nvPr>
        </p:nvSpPr>
        <p:spPr/>
        <p:txBody>
          <a:bodyPr/>
          <a:lstStyle>
            <a:lvl1pPr>
              <a:defRPr smtClean="0">
                <a:solidFill>
                  <a:srgbClr val="FFFFFF"/>
                </a:solidFill>
              </a:defRPr>
            </a:lvl1pPr>
          </a:lstStyle>
          <a:p>
            <a:pPr>
              <a:defRPr/>
            </a:pPr>
            <a:fld id="{9F01AEA9-8F73-42FC-8EDF-16484E462472}" type="slidenum">
              <a:rPr lang="en-US"/>
              <a:pPr>
                <a:defRPr/>
              </a:pPr>
              <a:t>‹Nº›</a:t>
            </a:fld>
            <a:endParaRPr lang="en-US">
              <a:solidFill>
                <a:schemeClr val="tx2">
                  <a:shade val="90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3">
        <a:schemeClr val="bg2"/>
      </p:bgRef>
    </p:bg>
    <p:spTree>
      <p:nvGrpSpPr>
        <p:cNvPr id="1" name=""/>
        <p:cNvGrpSpPr/>
        <p:nvPr/>
      </p:nvGrpSpPr>
      <p:grpSpPr>
        <a:xfrm>
          <a:off x="0" y="0"/>
          <a:ext cx="0" cy="0"/>
          <a:chOff x="0" y="0"/>
          <a:chExt cx="0" cy="0"/>
        </a:xfrm>
      </p:grpSpPr>
      <p:sp>
        <p:nvSpPr>
          <p:cNvPr id="5" name="4 Rectángulo"/>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5 Rectángulo"/>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6 Rectángulo"/>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7 Rectángulo"/>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3 Marcador de texto"/>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s-ES" smtClean="0"/>
              <a:t>Haga clic para modificar el estilo de texto del patrón</a:t>
            </a:r>
          </a:p>
        </p:txBody>
      </p:sp>
      <p:sp>
        <p:nvSpPr>
          <p:cNvPr id="2" name="1 Título"/>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s-ES" noProof="0" smtClean="0"/>
              <a:t>Haga clic en el icono para agregar una imagen</a:t>
            </a:r>
            <a:endParaRPr lang="en-US" noProof="0" dirty="0"/>
          </a:p>
        </p:txBody>
      </p:sp>
      <p:sp>
        <p:nvSpPr>
          <p:cNvPr id="9" name="11 Marcador de fecha"/>
          <p:cNvSpPr>
            <a:spLocks noGrp="1"/>
          </p:cNvSpPr>
          <p:nvPr>
            <p:ph type="dt" sz="half" idx="10"/>
          </p:nvPr>
        </p:nvSpPr>
        <p:spPr>
          <a:xfrm>
            <a:off x="6248400" y="6248400"/>
            <a:ext cx="2667000" cy="365125"/>
          </a:xfrm>
        </p:spPr>
        <p:txBody>
          <a:bodyPr rtlCol="0"/>
          <a:lstStyle>
            <a:lvl1pPr>
              <a:defRPr/>
            </a:lvl1pPr>
          </a:lstStyle>
          <a:p>
            <a:pPr>
              <a:defRPr/>
            </a:pPr>
            <a:fld id="{1CABB052-14B6-47CE-AEA5-C6EFD6D07EF6}" type="datetimeFigureOut">
              <a:rPr lang="en-US"/>
              <a:pPr>
                <a:defRPr/>
              </a:pPr>
              <a:t>4/15/2014</a:t>
            </a:fld>
            <a:endParaRPr lang="en-US"/>
          </a:p>
        </p:txBody>
      </p:sp>
      <p:sp>
        <p:nvSpPr>
          <p:cNvPr id="10" name="12 Marcador de número de diapositiva"/>
          <p:cNvSpPr>
            <a:spLocks noGrp="1"/>
          </p:cNvSpPr>
          <p:nvPr>
            <p:ph type="sldNum" sz="quarter" idx="11"/>
          </p:nvPr>
        </p:nvSpPr>
        <p:spPr>
          <a:xfrm>
            <a:off x="0" y="4667250"/>
            <a:ext cx="1447800" cy="663575"/>
          </a:xfrm>
        </p:spPr>
        <p:txBody>
          <a:bodyPr rtlCol="0"/>
          <a:lstStyle>
            <a:lvl1pPr>
              <a:defRPr sz="2800" smtClean="0"/>
            </a:lvl1pPr>
          </a:lstStyle>
          <a:p>
            <a:pPr>
              <a:defRPr/>
            </a:pPr>
            <a:fld id="{CB4F18F9-26E1-48A9-8B83-D9D69CDF5101}" type="slidenum">
              <a:rPr lang="en-US"/>
              <a:pPr>
                <a:defRPr/>
              </a:pPr>
              <a:t>‹Nº›</a:t>
            </a:fld>
            <a:endParaRPr lang="en-US">
              <a:solidFill>
                <a:schemeClr val="tx2">
                  <a:shade val="90000"/>
                </a:schemeClr>
              </a:solidFill>
            </a:endParaRPr>
          </a:p>
        </p:txBody>
      </p:sp>
      <p:sp>
        <p:nvSpPr>
          <p:cNvPr id="11" name="13 Marcador de pie de página"/>
          <p:cNvSpPr>
            <a:spLocks noGrp="1"/>
          </p:cNvSpPr>
          <p:nvPr>
            <p:ph type="ftr" sz="quarter" idx="12"/>
          </p:nvPr>
        </p:nvSpPr>
        <p:spPr>
          <a:xfrm>
            <a:off x="1600200" y="6248400"/>
            <a:ext cx="4572000" cy="365125"/>
          </a:xfrm>
        </p:spPr>
        <p:txBody>
          <a:bodyPr rtlCol="0"/>
          <a:lstStyle>
            <a:lvl1pPr>
              <a:defRPr sz="1400">
                <a:solidFill>
                  <a:schemeClr val="tx2"/>
                </a:solidFill>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lvl1pPr>
              <a:defRPr/>
            </a:lvl1pPr>
          </a:lstStyle>
          <a:p>
            <a:pPr>
              <a:defRPr/>
            </a:pPr>
            <a:fld id="{01C6148D-BC6B-413E-9DA0-307195BE9EB4}" type="datetimeFigureOut">
              <a:rPr lang="en-US"/>
              <a:pPr>
                <a:defRPr/>
              </a:pPr>
              <a:t>4/15/2014</a:t>
            </a:fld>
            <a:endParaRPr lang="en-US"/>
          </a:p>
        </p:txBody>
      </p:sp>
      <p:sp>
        <p:nvSpPr>
          <p:cNvPr id="5" name="4 Marcador de pie de página"/>
          <p:cNvSpPr>
            <a:spLocks noGrp="1"/>
          </p:cNvSpPr>
          <p:nvPr>
            <p:ph type="ftr" sz="quarter" idx="11"/>
          </p:nvPr>
        </p:nvSpPr>
        <p:spPr/>
        <p:txBody>
          <a:bodyPr/>
          <a:lstStyle>
            <a:lvl1pPr>
              <a:defRPr sz="1400">
                <a:solidFill>
                  <a:schemeClr val="tx2"/>
                </a:solidFill>
              </a:defRPr>
            </a:lvl1pPr>
          </a:lstStyle>
          <a:p>
            <a:pPr>
              <a:defRPr/>
            </a:pPr>
            <a:endParaRPr lang="en-US"/>
          </a:p>
        </p:txBody>
      </p:sp>
      <p:sp>
        <p:nvSpPr>
          <p:cNvPr id="6" name="5 Marcador de número de diapositiva"/>
          <p:cNvSpPr>
            <a:spLocks noGrp="1"/>
          </p:cNvSpPr>
          <p:nvPr>
            <p:ph type="sldNum" sz="quarter" idx="12"/>
          </p:nvPr>
        </p:nvSpPr>
        <p:spPr/>
        <p:txBody>
          <a:bodyPr/>
          <a:lstStyle>
            <a:lvl1pPr algn="ctr">
              <a:defRPr/>
            </a:lvl1pPr>
          </a:lstStyle>
          <a:p>
            <a:pPr>
              <a:defRPr/>
            </a:pPr>
            <a:fld id="{91B0338C-A4DC-4D1F-B505-27D047CBBF4E}" type="slidenum">
              <a:rPr lang="en-US"/>
              <a:pPr>
                <a:defRPr/>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3 Rectángulo"/>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4 Rectángulo"/>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5 Rectángulo"/>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1 Título vertical"/>
          <p:cNvSpPr>
            <a:spLocks noGrp="1"/>
          </p:cNvSpPr>
          <p:nvPr>
            <p:ph type="title" orient="vert"/>
          </p:nvPr>
        </p:nvSpPr>
        <p:spPr>
          <a:xfrm>
            <a:off x="6553200" y="609600"/>
            <a:ext cx="2057400" cy="5516563"/>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609600"/>
            <a:ext cx="5562600" cy="551656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3 Marcador de fecha"/>
          <p:cNvSpPr>
            <a:spLocks noGrp="1"/>
          </p:cNvSpPr>
          <p:nvPr>
            <p:ph type="dt" sz="half" idx="10"/>
          </p:nvPr>
        </p:nvSpPr>
        <p:spPr>
          <a:xfrm>
            <a:off x="6553200" y="6248400"/>
            <a:ext cx="2209800" cy="365125"/>
          </a:xfrm>
        </p:spPr>
        <p:txBody>
          <a:bodyPr/>
          <a:lstStyle>
            <a:lvl1pPr>
              <a:defRPr/>
            </a:lvl1pPr>
          </a:lstStyle>
          <a:p>
            <a:pPr>
              <a:defRPr/>
            </a:pPr>
            <a:fld id="{A780DCF8-F72C-4775-B435-DDD1E300AF53}" type="datetimeFigureOut">
              <a:rPr lang="en-US"/>
              <a:pPr>
                <a:defRPr/>
              </a:pPr>
              <a:t>4/15/2014</a:t>
            </a:fld>
            <a:endParaRPr lang="en-US"/>
          </a:p>
        </p:txBody>
      </p:sp>
      <p:sp>
        <p:nvSpPr>
          <p:cNvPr id="8" name="4 Marcador de pie de página"/>
          <p:cNvSpPr>
            <a:spLocks noGrp="1"/>
          </p:cNvSpPr>
          <p:nvPr>
            <p:ph type="ftr" sz="quarter" idx="11"/>
          </p:nvPr>
        </p:nvSpPr>
        <p:spPr>
          <a:xfrm>
            <a:off x="457200" y="6248400"/>
            <a:ext cx="5573713" cy="365125"/>
          </a:xfrm>
        </p:spPr>
        <p:txBody>
          <a:bodyPr/>
          <a:lstStyle>
            <a:lvl1pPr>
              <a:defRPr sz="1400">
                <a:solidFill>
                  <a:schemeClr val="tx2"/>
                </a:solidFill>
              </a:defRPr>
            </a:lvl1pPr>
          </a:lstStyle>
          <a:p>
            <a:pPr>
              <a:defRPr/>
            </a:pPr>
            <a:endParaRPr lang="en-US"/>
          </a:p>
        </p:txBody>
      </p:sp>
      <p:sp>
        <p:nvSpPr>
          <p:cNvPr id="9" name="5 Marcador de número de diapositiva"/>
          <p:cNvSpPr>
            <a:spLocks noGrp="1"/>
          </p:cNvSpPr>
          <p:nvPr>
            <p:ph type="sldNum" sz="quarter" idx="12"/>
          </p:nvPr>
        </p:nvSpPr>
        <p:spPr>
          <a:xfrm rot="5400000">
            <a:off x="5989638" y="144462"/>
            <a:ext cx="533400" cy="244475"/>
          </a:xfrm>
        </p:spPr>
        <p:txBody>
          <a:bodyPr/>
          <a:lstStyle>
            <a:lvl1pPr algn="ctr">
              <a:defRPr/>
            </a:lvl1pPr>
          </a:lstStyle>
          <a:p>
            <a:pPr>
              <a:defRPr/>
            </a:pPr>
            <a:fld id="{01F2DEB9-5AD8-4019-9368-DD89195A84E1}" type="slidenum">
              <a:rPr lang="en-US"/>
              <a:pPr>
                <a:defRPr/>
              </a:pPr>
              <a:t>‹Nº›</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21 Marcador de título"/>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endParaRPr lang="en-US" smtClean="0"/>
          </a:p>
        </p:txBody>
      </p:sp>
      <p:sp>
        <p:nvSpPr>
          <p:cNvPr id="1027" name="12 Marcador de texto"/>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smtClean="0"/>
          </a:p>
        </p:txBody>
      </p:sp>
      <p:sp>
        <p:nvSpPr>
          <p:cNvPr id="14" name="13 Marcador de fecha"/>
          <p:cNvSpPr>
            <a:spLocks noGrp="1"/>
          </p:cNvSpPr>
          <p:nvPr>
            <p:ph type="dt" sz="half" idx="2"/>
          </p:nvPr>
        </p:nvSpPr>
        <p:spPr>
          <a:xfrm>
            <a:off x="6096000" y="6248400"/>
            <a:ext cx="2667000" cy="365125"/>
          </a:xfrm>
          <a:prstGeom prst="rect">
            <a:avLst/>
          </a:prstGeom>
        </p:spPr>
        <p:txBody>
          <a:bodyPr vert="horz" anchor="ctr" anchorCtr="0"/>
          <a:lstStyle>
            <a:lvl1pPr algn="l" eaLnBrk="1" fontAlgn="auto" latinLnBrk="0" hangingPunct="1">
              <a:spcBef>
                <a:spcPts val="0"/>
              </a:spcBef>
              <a:spcAft>
                <a:spcPts val="0"/>
              </a:spcAft>
              <a:defRPr kumimoji="0" sz="1400" smtClean="0">
                <a:solidFill>
                  <a:schemeClr val="tx2"/>
                </a:solidFill>
                <a:latin typeface="+mn-lt"/>
              </a:defRPr>
            </a:lvl1pPr>
          </a:lstStyle>
          <a:p>
            <a:pPr>
              <a:defRPr/>
            </a:pPr>
            <a:fld id="{286345E6-944D-4DF2-A13D-FCF7E63BB8BA}" type="datetimeFigureOut">
              <a:rPr lang="en-US"/>
              <a:pPr>
                <a:defRPr/>
              </a:pPr>
              <a:t>4/15/2014</a:t>
            </a:fld>
            <a:endParaRPr lang="en-US" sz="1300" dirty="0">
              <a:solidFill>
                <a:schemeClr val="bg2">
                  <a:tint val="60000"/>
                  <a:satMod val="155000"/>
                </a:schemeClr>
              </a:solidFill>
            </a:endParaRPr>
          </a:p>
        </p:txBody>
      </p:sp>
      <p:sp>
        <p:nvSpPr>
          <p:cNvPr id="3" name="2 Marcador de pie de página"/>
          <p:cNvSpPr>
            <a:spLocks noGrp="1"/>
          </p:cNvSpPr>
          <p:nvPr>
            <p:ph type="ftr" sz="quarter" idx="3"/>
          </p:nvPr>
        </p:nvSpPr>
        <p:spPr>
          <a:xfrm>
            <a:off x="609600" y="6248400"/>
            <a:ext cx="5421313" cy="365125"/>
          </a:xfrm>
          <a:prstGeom prst="rect">
            <a:avLst/>
          </a:prstGeom>
        </p:spPr>
        <p:txBody>
          <a:bodyPr vert="horz" anchor="ctr"/>
          <a:lstStyle>
            <a:lvl1pPr algn="r" eaLnBrk="1" fontAlgn="auto" latinLnBrk="0" hangingPunct="1">
              <a:spcBef>
                <a:spcPts val="0"/>
              </a:spcBef>
              <a:spcAft>
                <a:spcPts val="0"/>
              </a:spcAft>
              <a:defRPr kumimoji="0" sz="1300" dirty="0">
                <a:solidFill>
                  <a:schemeClr val="bg2">
                    <a:tint val="60000"/>
                    <a:satMod val="155000"/>
                  </a:schemeClr>
                </a:solidFill>
                <a:latin typeface="+mn-lt"/>
              </a:defRPr>
            </a:lvl1pPr>
          </a:lstStyle>
          <a:p>
            <a:pPr>
              <a:defRPr/>
            </a:pPr>
            <a:endParaRPr lang="en-US"/>
          </a:p>
        </p:txBody>
      </p:sp>
      <p:sp>
        <p:nvSpPr>
          <p:cNvPr id="7" name="6 Rectángulo"/>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7 Rectángulo"/>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8 Rectángulo"/>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22 Marcador de número de diapositiva"/>
          <p:cNvSpPr>
            <a:spLocks noGrp="1"/>
          </p:cNvSpPr>
          <p:nvPr>
            <p:ph type="sldNum" sz="quarter" idx="4"/>
          </p:nvPr>
        </p:nvSpPr>
        <p:spPr>
          <a:xfrm>
            <a:off x="0" y="1271588"/>
            <a:ext cx="533400" cy="244475"/>
          </a:xfrm>
          <a:prstGeom prst="rect">
            <a:avLst/>
          </a:prstGeom>
        </p:spPr>
        <p:txBody>
          <a:bodyPr vert="horz" anchor="ctr" anchorCtr="0">
            <a:normAutofit/>
          </a:bodyPr>
          <a:lstStyle>
            <a:lvl1pPr algn="r" eaLnBrk="1" fontAlgn="auto" latinLnBrk="0" hangingPunct="1">
              <a:spcBef>
                <a:spcPts val="0"/>
              </a:spcBef>
              <a:spcAft>
                <a:spcPts val="0"/>
              </a:spcAft>
              <a:defRPr kumimoji="0" sz="1400" b="1" smtClean="0">
                <a:solidFill>
                  <a:srgbClr val="FFFFFF"/>
                </a:solidFill>
                <a:latin typeface="+mn-lt"/>
              </a:defRPr>
            </a:lvl1pPr>
          </a:lstStyle>
          <a:p>
            <a:pPr>
              <a:defRPr/>
            </a:pPr>
            <a:fld id="{061E8235-2957-4061-A47E-2B1CEA1C39EA}" type="slidenum">
              <a:rPr lang="en-US"/>
              <a:pPr>
                <a:defRPr/>
              </a:pPr>
              <a:t>‹Nº›</a:t>
            </a:fld>
            <a:endParaRPr lang="en-US" sz="1600" dirty="0">
              <a:solidFill>
                <a:schemeClr val="tx2">
                  <a:shade val="90000"/>
                </a:schemeClr>
              </a:solidFill>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hyperlink" Target="http://es.wikipedia.org/wiki/BSD" TargetMode="External"/><Relationship Id="rId13" Type="http://schemas.openxmlformats.org/officeDocument/2006/relationships/hyperlink" Target="http://es.wikipedia.org/wiki/Perl" TargetMode="External"/><Relationship Id="rId3" Type="http://schemas.openxmlformats.org/officeDocument/2006/relationships/hyperlink" Target="http://es.wikipedia.org/wiki/Paquetes_de_software" TargetMode="External"/><Relationship Id="rId7" Type="http://schemas.openxmlformats.org/officeDocument/2006/relationships/hyperlink" Target="http://es.wikipedia.org/wiki/GNU" TargetMode="External"/><Relationship Id="rId12" Type="http://schemas.openxmlformats.org/officeDocument/2006/relationships/hyperlink" Target="http://es.wikipedia.org/wiki/PostgreSQL" TargetMode="External"/><Relationship Id="rId17" Type="http://schemas.openxmlformats.org/officeDocument/2006/relationships/hyperlink" Target="http://es.wikipedia.org/wiki/KDE" TargetMode="External"/><Relationship Id="rId2" Type="http://schemas.openxmlformats.org/officeDocument/2006/relationships/hyperlink" Target="http://es.wikipedia.org/wiki/Sistema_operativo" TargetMode="External"/><Relationship Id="rId16" Type="http://schemas.openxmlformats.org/officeDocument/2006/relationships/hyperlink" Target="http://es.wikipedia.org/wiki/Gnome" TargetMode="External"/><Relationship Id="rId1" Type="http://schemas.openxmlformats.org/officeDocument/2006/relationships/slideLayout" Target="../slideLayouts/slideLayout8.xml"/><Relationship Id="rId6" Type="http://schemas.openxmlformats.org/officeDocument/2006/relationships/hyperlink" Target="http://es.wikipedia.org/wiki/Biblioteca_(programa)" TargetMode="External"/><Relationship Id="rId11" Type="http://schemas.openxmlformats.org/officeDocument/2006/relationships/hyperlink" Target="http://es.wikipedia.org/wiki/MySQL" TargetMode="External"/><Relationship Id="rId5" Type="http://schemas.openxmlformats.org/officeDocument/2006/relationships/hyperlink" Target="http://es.wikipedia.org/wiki/Linux_(n%C3%BAcleo)" TargetMode="External"/><Relationship Id="rId15" Type="http://schemas.openxmlformats.org/officeDocument/2006/relationships/hyperlink" Target="http://es.wikipedia.org/wiki/PHP" TargetMode="External"/><Relationship Id="rId10" Type="http://schemas.openxmlformats.org/officeDocument/2006/relationships/hyperlink" Target="http://es.wikipedia.org/wiki/Apache" TargetMode="External"/><Relationship Id="rId4" Type="http://schemas.openxmlformats.org/officeDocument/2006/relationships/hyperlink" Target="http://es.wikipedia.org/wiki/N%C3%BAcleo_(inform%C3%A1tica)" TargetMode="External"/><Relationship Id="rId9" Type="http://schemas.openxmlformats.org/officeDocument/2006/relationships/hyperlink" Target="http://es.wikipedia.org/wiki/Xorg" TargetMode="External"/><Relationship Id="rId14" Type="http://schemas.openxmlformats.org/officeDocument/2006/relationships/hyperlink" Target="http://es.wikipedia.org/wiki/Pyth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es.wikipedia.org/wiki/Disco_duro" TargetMode="External"/><Relationship Id="rId2" Type="http://schemas.openxmlformats.org/officeDocument/2006/relationships/hyperlink" Target="http://es.wikipedia.org/wiki/Almacenamiento_de_datos" TargetMode="External"/><Relationship Id="rId1" Type="http://schemas.openxmlformats.org/officeDocument/2006/relationships/slideLayout" Target="../slideLayouts/slideLayout8.xml"/><Relationship Id="rId5" Type="http://schemas.openxmlformats.org/officeDocument/2006/relationships/hyperlink" Target="http://es.wikipedia.org/wiki/Dato" TargetMode="External"/><Relationship Id="rId4" Type="http://schemas.openxmlformats.org/officeDocument/2006/relationships/hyperlink" Target="http://es.wikipedia.org/wiki/SS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es.wikipedia.org/wiki/Bus_de_datos" TargetMode="External"/><Relationship Id="rId2" Type="http://schemas.openxmlformats.org/officeDocument/2006/relationships/hyperlink" Target="http://es.wikipedia.org/wiki/Interfaz_(electr%C3%B3nica)" TargetMode="External"/><Relationship Id="rId1" Type="http://schemas.openxmlformats.org/officeDocument/2006/relationships/slideLayout" Target="../slideLayouts/slideLayout8.xml"/><Relationship Id="rId4" Type="http://schemas.openxmlformats.org/officeDocument/2006/relationships/hyperlink" Target="http://es.wikipedia.org/wiki/Computador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500188" y="928688"/>
            <a:ext cx="6477000" cy="785812"/>
          </a:xfrm>
        </p:spPr>
        <p:txBody>
          <a:bodyPr>
            <a:normAutofit/>
          </a:bodyPr>
          <a:lstStyle/>
          <a:p>
            <a:pPr fontAlgn="auto">
              <a:spcAft>
                <a:spcPts val="0"/>
              </a:spcAft>
              <a:defRPr/>
            </a:pPr>
            <a:r>
              <a:rPr lang="es-ES" dirty="0" smtClean="0"/>
              <a:t>ADMINISTRACION LINUX </a:t>
            </a:r>
            <a:endParaRPr lang="es-ES" dirty="0"/>
          </a:p>
        </p:txBody>
      </p:sp>
      <p:grpSp>
        <p:nvGrpSpPr>
          <p:cNvPr id="13315" name="3 Grupo"/>
          <p:cNvGrpSpPr>
            <a:grpSpLocks/>
          </p:cNvGrpSpPr>
          <p:nvPr/>
        </p:nvGrpSpPr>
        <p:grpSpPr bwMode="auto">
          <a:xfrm>
            <a:off x="2714625" y="1928813"/>
            <a:ext cx="3714750" cy="1643062"/>
            <a:chOff x="2857488" y="2786058"/>
            <a:chExt cx="3194707" cy="1284846"/>
          </a:xfrm>
        </p:grpSpPr>
        <p:pic>
          <p:nvPicPr>
            <p:cNvPr id="13317" name="Picture 3"/>
            <p:cNvPicPr>
              <a:picLocks noChangeAspect="1" noChangeArrowheads="1"/>
            </p:cNvPicPr>
            <p:nvPr/>
          </p:nvPicPr>
          <p:blipFill>
            <a:blip r:embed="rId2" cstate="print"/>
            <a:srcRect/>
            <a:stretch>
              <a:fillRect/>
            </a:stretch>
          </p:blipFill>
          <p:spPr bwMode="auto">
            <a:xfrm>
              <a:off x="4067175" y="2790825"/>
              <a:ext cx="1009650" cy="1276350"/>
            </a:xfrm>
            <a:prstGeom prst="rect">
              <a:avLst/>
            </a:prstGeom>
            <a:noFill/>
            <a:ln w="9525">
              <a:noFill/>
              <a:miter lim="800000"/>
              <a:headEnd/>
              <a:tailEnd/>
            </a:ln>
          </p:spPr>
        </p:pic>
        <p:pic>
          <p:nvPicPr>
            <p:cNvPr id="13318" name="Picture 4"/>
            <p:cNvPicPr>
              <a:picLocks noChangeAspect="1" noChangeArrowheads="1"/>
            </p:cNvPicPr>
            <p:nvPr/>
          </p:nvPicPr>
          <p:blipFill>
            <a:blip r:embed="rId3" cstate="print"/>
            <a:srcRect/>
            <a:stretch>
              <a:fillRect/>
            </a:stretch>
          </p:blipFill>
          <p:spPr bwMode="auto">
            <a:xfrm>
              <a:off x="5091122" y="2786059"/>
              <a:ext cx="961073" cy="1284845"/>
            </a:xfrm>
            <a:prstGeom prst="rect">
              <a:avLst/>
            </a:prstGeom>
            <a:noFill/>
            <a:ln w="9525">
              <a:noFill/>
              <a:miter lim="800000"/>
              <a:headEnd/>
              <a:tailEnd/>
            </a:ln>
          </p:spPr>
        </p:pic>
        <p:pic>
          <p:nvPicPr>
            <p:cNvPr id="13319" name="Picture 5"/>
            <p:cNvPicPr>
              <a:picLocks noChangeAspect="1" noChangeArrowheads="1"/>
            </p:cNvPicPr>
            <p:nvPr/>
          </p:nvPicPr>
          <p:blipFill>
            <a:blip r:embed="rId4" cstate="print"/>
            <a:srcRect/>
            <a:stretch>
              <a:fillRect/>
            </a:stretch>
          </p:blipFill>
          <p:spPr bwMode="auto">
            <a:xfrm>
              <a:off x="2857488" y="2786058"/>
              <a:ext cx="1190625" cy="1284845"/>
            </a:xfrm>
            <a:prstGeom prst="rect">
              <a:avLst/>
            </a:prstGeom>
            <a:noFill/>
            <a:ln w="9525">
              <a:noFill/>
              <a:miter lim="800000"/>
              <a:headEnd/>
              <a:tailEnd/>
            </a:ln>
          </p:spPr>
        </p:pic>
      </p:grpSp>
      <p:sp>
        <p:nvSpPr>
          <p:cNvPr id="13316" name="7 Subtítulo"/>
          <p:cNvSpPr>
            <a:spLocks noGrp="1"/>
          </p:cNvSpPr>
          <p:nvPr>
            <p:ph type="subTitle" idx="1"/>
          </p:nvPr>
        </p:nvSpPr>
        <p:spPr>
          <a:xfrm>
            <a:off x="2362200" y="6049963"/>
            <a:ext cx="6705600" cy="685800"/>
          </a:xfrm>
        </p:spPr>
        <p:txBody>
          <a:bodyPr/>
          <a:lstStyle/>
          <a:p>
            <a:r>
              <a:rPr lang="es-ES_tradnl" dirty="0" smtClean="0"/>
              <a:t>-ANALISTA SEGURIDAD INFORMÁTICA-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a:spLocks noGrp="1"/>
          </p:cNvSpPr>
          <p:nvPr>
            <p:ph type="title"/>
          </p:nvPr>
        </p:nvSpPr>
        <p:spPr>
          <a:xfrm>
            <a:off x="357188" y="304800"/>
            <a:ext cx="8537575" cy="762000"/>
          </a:xfrm>
        </p:spPr>
        <p:txBody>
          <a:bodyPr/>
          <a:lstStyle/>
          <a:p>
            <a:r>
              <a:rPr lang="es-ES" sz="2800" smtClean="0"/>
              <a:t>¿Qué es GNU / Linux?</a:t>
            </a:r>
          </a:p>
        </p:txBody>
      </p:sp>
      <p:sp>
        <p:nvSpPr>
          <p:cNvPr id="4" name="3 Marcador de contenido"/>
          <p:cNvSpPr>
            <a:spLocks noGrp="1"/>
          </p:cNvSpPr>
          <p:nvPr>
            <p:ph sz="quarter" idx="1"/>
          </p:nvPr>
        </p:nvSpPr>
        <p:spPr>
          <a:xfrm>
            <a:off x="228600" y="1500188"/>
            <a:ext cx="8666163" cy="4687887"/>
          </a:xfrm>
        </p:spPr>
        <p:txBody>
          <a:bodyPr>
            <a:normAutofit fontScale="92500" lnSpcReduction="20000"/>
          </a:bodyPr>
          <a:lstStyle/>
          <a:p>
            <a:pPr marL="320040" indent="-320040" algn="just" fontAlgn="auto">
              <a:spcAft>
                <a:spcPts val="0"/>
              </a:spcAft>
              <a:buFont typeface="Wingdings"/>
              <a:buChar char=""/>
              <a:defRPr/>
            </a:pPr>
            <a:r>
              <a:rPr lang="es-ES" dirty="0" smtClean="0"/>
              <a:t>El proyecto GNU consiste en el desarrollo de un sistema operativo y juego de aplicaciones totalmente libre y compatible con UNIX. El proyecto incluye desarrollar una versión libre de cualquier aplicación que no se disponga libre.</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dirty="0" smtClean="0"/>
              <a:t>Es una implementación de libre distribución UNIX para computadoras personales (PC), servidores, y estaciones de trabajo. Fue desarrollado para el i386 y ahora soporta los procesadores Pentium D, </a:t>
            </a:r>
            <a:r>
              <a:rPr lang="es-ES" dirty="0" err="1" smtClean="0"/>
              <a:t>Core</a:t>
            </a:r>
            <a:r>
              <a:rPr lang="es-ES" dirty="0" smtClean="0"/>
              <a:t> 2 </a:t>
            </a:r>
            <a:r>
              <a:rPr lang="es-ES" dirty="0" err="1" smtClean="0"/>
              <a:t>duo</a:t>
            </a:r>
            <a:r>
              <a:rPr lang="es-ES" dirty="0" smtClean="0"/>
              <a:t>, </a:t>
            </a:r>
            <a:r>
              <a:rPr lang="es-ES" dirty="0" err="1" smtClean="0"/>
              <a:t>Core</a:t>
            </a:r>
            <a:r>
              <a:rPr lang="es-ES" dirty="0" smtClean="0"/>
              <a:t> 2 </a:t>
            </a:r>
            <a:r>
              <a:rPr lang="es-ES" dirty="0" err="1" smtClean="0"/>
              <a:t>Quad</a:t>
            </a:r>
            <a:r>
              <a:rPr lang="es-ES" dirty="0" smtClean="0"/>
              <a:t>, así como AMD y  </a:t>
            </a:r>
            <a:r>
              <a:rPr lang="es-ES" dirty="0" err="1" smtClean="0"/>
              <a:t>Cyrix</a:t>
            </a:r>
            <a:r>
              <a:rPr lang="es-ES" dirty="0" smtClean="0"/>
              <a:t>. También soporta máquinas basadas en SPARC, DEC </a:t>
            </a:r>
            <a:r>
              <a:rPr lang="es-ES" dirty="0" err="1" smtClean="0"/>
              <a:t>Alpha</a:t>
            </a:r>
            <a:r>
              <a:rPr lang="es-ES" dirty="0" smtClean="0"/>
              <a:t>, </a:t>
            </a:r>
            <a:r>
              <a:rPr lang="es-ES" dirty="0" err="1" smtClean="0"/>
              <a:t>PowerPC</a:t>
            </a:r>
            <a:r>
              <a:rPr lang="es-ES" dirty="0" smtClean="0"/>
              <a:t>/</a:t>
            </a:r>
            <a:r>
              <a:rPr lang="es-ES" dirty="0" err="1" smtClean="0"/>
              <a:t>PowerMac</a:t>
            </a:r>
            <a:r>
              <a:rPr lang="es-ES" dirty="0" smtClean="0"/>
              <a:t>, y Mac/Amiga</a:t>
            </a:r>
            <a:endParaRPr lang="es-E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Título"/>
          <p:cNvSpPr>
            <a:spLocks noGrp="1"/>
          </p:cNvSpPr>
          <p:nvPr>
            <p:ph type="title"/>
          </p:nvPr>
        </p:nvSpPr>
        <p:spPr>
          <a:xfrm>
            <a:off x="357188" y="304800"/>
            <a:ext cx="8537575" cy="762000"/>
          </a:xfrm>
        </p:spPr>
        <p:txBody>
          <a:bodyPr/>
          <a:lstStyle/>
          <a:p>
            <a:r>
              <a:rPr lang="es-ES" sz="2800" smtClean="0"/>
              <a:t>¿Qué es GNU / Linux?</a:t>
            </a:r>
          </a:p>
        </p:txBody>
      </p:sp>
      <p:sp>
        <p:nvSpPr>
          <p:cNvPr id="4" name="3 Marcador de contenido"/>
          <p:cNvSpPr>
            <a:spLocks noGrp="1"/>
          </p:cNvSpPr>
          <p:nvPr>
            <p:ph sz="quarter" idx="1"/>
          </p:nvPr>
        </p:nvSpPr>
        <p:spPr>
          <a:xfrm>
            <a:off x="228600" y="1500188"/>
            <a:ext cx="8666163" cy="4687887"/>
          </a:xfrm>
        </p:spPr>
        <p:txBody>
          <a:bodyPr>
            <a:normAutofit fontScale="92500" lnSpcReduction="20000"/>
          </a:bodyPr>
          <a:lstStyle/>
          <a:p>
            <a:pPr marL="320040" indent="-320040" algn="just" fontAlgn="auto">
              <a:spcAft>
                <a:spcPts val="0"/>
              </a:spcAft>
              <a:buFont typeface="Wingdings"/>
              <a:buChar char=""/>
              <a:defRPr/>
            </a:pPr>
            <a:r>
              <a:rPr lang="es-ES" dirty="0" smtClean="0"/>
              <a:t>Los componentes de un sistema GNU/Linux no  están en el dominio público, ni son shareware. Son lo que se llama "software libre". Esto significa que el código fuente está disponible a todo el que lo quiera y siempre lo estará. El software libre puede ser vendido o regalado, a discreción de todo aquel que posea una copia, pero a todo aquel que lo distribuye se le obliga a distribuirlo con el código fuente. </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dirty="0" smtClean="0"/>
              <a:t>Todo esto esta reglamentado por la Licencia Pública General GNU (GPL). Esta licencia se encarga de que GNU/Linux permanezca siempre libre.</a:t>
            </a:r>
            <a:endParaRPr lang="es-E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Título"/>
          <p:cNvSpPr>
            <a:spLocks noGrp="1"/>
          </p:cNvSpPr>
          <p:nvPr>
            <p:ph type="title"/>
          </p:nvPr>
        </p:nvSpPr>
        <p:spPr>
          <a:xfrm>
            <a:off x="357188" y="304800"/>
            <a:ext cx="8537575" cy="762000"/>
          </a:xfrm>
        </p:spPr>
        <p:txBody>
          <a:bodyPr/>
          <a:lstStyle/>
          <a:p>
            <a:r>
              <a:rPr lang="es-ES" sz="2800" smtClean="0"/>
              <a:t>¿Qué es GNU / Linux?</a:t>
            </a:r>
          </a:p>
        </p:txBody>
      </p:sp>
      <p:sp>
        <p:nvSpPr>
          <p:cNvPr id="4" name="3 Marcador de contenido"/>
          <p:cNvSpPr>
            <a:spLocks noGrp="1"/>
          </p:cNvSpPr>
          <p:nvPr>
            <p:ph sz="quarter" idx="1"/>
          </p:nvPr>
        </p:nvSpPr>
        <p:spPr>
          <a:xfrm>
            <a:off x="228600" y="1500188"/>
            <a:ext cx="8666163" cy="4687887"/>
          </a:xfrm>
        </p:spPr>
        <p:txBody>
          <a:bodyPr>
            <a:normAutofit fontScale="92500" lnSpcReduction="10000"/>
          </a:bodyPr>
          <a:lstStyle/>
          <a:p>
            <a:pPr marL="320040" indent="-320040" algn="just" fontAlgn="auto">
              <a:spcAft>
                <a:spcPts val="0"/>
              </a:spcAft>
              <a:buFont typeface="Wingdings"/>
              <a:buChar char=""/>
              <a:defRPr/>
            </a:pPr>
            <a:r>
              <a:rPr lang="es-ES" dirty="0" smtClean="0"/>
              <a:t>Linux sigue con el modelo de "desarrollo abierto". Se desarrolla por un grupo no estructurado de programadores de todo el mundo unidos a través de la Internet.</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dirty="0" smtClean="0"/>
              <a:t>El método que se sigue para determinar si se tiene una versión estable o no es el siguiente: </a:t>
            </a:r>
          </a:p>
          <a:p>
            <a:pPr marL="640080" lvl="1" indent="-274320" algn="just" fontAlgn="auto">
              <a:spcAft>
                <a:spcPts val="0"/>
              </a:spcAft>
              <a:buFont typeface="Wingdings 2"/>
              <a:buChar char=""/>
              <a:defRPr/>
            </a:pPr>
            <a:r>
              <a:rPr lang="es-ES" dirty="0" smtClean="0"/>
              <a:t>Las versiones se numeran como </a:t>
            </a:r>
            <a:r>
              <a:rPr lang="es-ES" dirty="0" err="1" smtClean="0"/>
              <a:t>x.y.z</a:t>
            </a:r>
            <a:r>
              <a:rPr lang="es-ES" dirty="0" smtClean="0"/>
              <a:t>; aquellas con </a:t>
            </a:r>
            <a:r>
              <a:rPr lang="es-ES" b="1" i="1" dirty="0" smtClean="0"/>
              <a:t>y</a:t>
            </a:r>
            <a:r>
              <a:rPr lang="es-ES" dirty="0" smtClean="0"/>
              <a:t> par son versiones estables; aquellas con </a:t>
            </a:r>
            <a:r>
              <a:rPr lang="es-ES" b="1" i="1" dirty="0" smtClean="0"/>
              <a:t>y</a:t>
            </a:r>
            <a:r>
              <a:rPr lang="es-ES" dirty="0" smtClean="0"/>
              <a:t> impar son versiones de desarrollo. Por ejemplo, la versión 1.2.13 es estable; la 2.1.44 es de desarrollo.</a:t>
            </a:r>
            <a:endParaRPr lang="es-E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p:cNvSpPr>
            <a:spLocks noGrp="1"/>
          </p:cNvSpPr>
          <p:nvPr>
            <p:ph type="title"/>
          </p:nvPr>
        </p:nvSpPr>
        <p:spPr>
          <a:xfrm>
            <a:off x="357188" y="304800"/>
            <a:ext cx="8537575" cy="762000"/>
          </a:xfrm>
        </p:spPr>
        <p:txBody>
          <a:bodyPr/>
          <a:lstStyle/>
          <a:p>
            <a:r>
              <a:rPr lang="es-ES" sz="2800" smtClean="0"/>
              <a:t>Falsos mitos sobre Linux</a:t>
            </a:r>
          </a:p>
        </p:txBody>
      </p:sp>
      <p:sp>
        <p:nvSpPr>
          <p:cNvPr id="4" name="3 Marcador de contenido"/>
          <p:cNvSpPr>
            <a:spLocks noGrp="1"/>
          </p:cNvSpPr>
          <p:nvPr>
            <p:ph sz="quarter" idx="1"/>
          </p:nvPr>
        </p:nvSpPr>
        <p:spPr>
          <a:xfrm>
            <a:off x="228600" y="1500188"/>
            <a:ext cx="8666163" cy="4687887"/>
          </a:xfrm>
        </p:spPr>
        <p:txBody>
          <a:bodyPr>
            <a:normAutofit/>
          </a:bodyPr>
          <a:lstStyle/>
          <a:p>
            <a:pPr marL="320040" indent="-320040" algn="just" fontAlgn="auto">
              <a:spcAft>
                <a:spcPts val="0"/>
              </a:spcAft>
              <a:buFont typeface="Wingdings"/>
              <a:buChar char=""/>
              <a:defRPr/>
            </a:pPr>
            <a:r>
              <a:rPr lang="es-ES" i="1" dirty="0" smtClean="0"/>
              <a:t>GNU/Linux es difícil de usar</a:t>
            </a:r>
          </a:p>
          <a:p>
            <a:pPr marL="320040" indent="-320040" algn="just" fontAlgn="auto">
              <a:spcAft>
                <a:spcPts val="0"/>
              </a:spcAft>
              <a:buFont typeface="Wingdings"/>
              <a:buChar char=""/>
              <a:defRPr/>
            </a:pPr>
            <a:r>
              <a:rPr lang="es-ES" i="1" dirty="0" smtClean="0"/>
              <a:t>GNU/Linux es poco confiable</a:t>
            </a:r>
          </a:p>
          <a:p>
            <a:pPr marL="320040" indent="-320040" algn="just" fontAlgn="auto">
              <a:spcAft>
                <a:spcPts val="0"/>
              </a:spcAft>
              <a:buFont typeface="Wingdings"/>
              <a:buChar char=""/>
              <a:defRPr/>
            </a:pPr>
            <a:r>
              <a:rPr lang="es-ES" i="1" dirty="0" smtClean="0"/>
              <a:t>GNU/Linux no es apto para trabajos grandes</a:t>
            </a:r>
          </a:p>
          <a:p>
            <a:pPr marL="320040" indent="-320040" fontAlgn="auto">
              <a:spcAft>
                <a:spcPts val="0"/>
              </a:spcAft>
              <a:buFont typeface="Wingdings"/>
              <a:buChar char=""/>
              <a:defRPr/>
            </a:pPr>
            <a:r>
              <a:rPr lang="es-ES" i="1" dirty="0" smtClean="0"/>
              <a:t>GNU/Linux es un clon de UNIX recortado para correr en una PC</a:t>
            </a:r>
          </a:p>
          <a:p>
            <a:pPr marL="320040" indent="-320040" fontAlgn="auto">
              <a:spcAft>
                <a:spcPts val="0"/>
              </a:spcAft>
              <a:buFont typeface="Wingdings"/>
              <a:buChar char=""/>
              <a:defRPr/>
            </a:pPr>
            <a:r>
              <a:rPr lang="es-ES" i="1" dirty="0" smtClean="0"/>
              <a:t>Es necesario saber programar para usar GNU/Linux</a:t>
            </a:r>
          </a:p>
          <a:p>
            <a:pPr marL="320040" indent="-320040" fontAlgn="auto">
              <a:spcAft>
                <a:spcPts val="0"/>
              </a:spcAft>
              <a:buFont typeface="Wingdings"/>
              <a:buChar char=""/>
              <a:defRPr/>
            </a:pPr>
            <a:r>
              <a:rPr lang="es-ES" i="1" dirty="0" smtClean="0"/>
              <a:t>GNU/Linux es un sistema solo para programadores</a:t>
            </a:r>
          </a:p>
          <a:p>
            <a:pPr marL="320040" indent="-320040" fontAlgn="auto">
              <a:spcAft>
                <a:spcPts val="0"/>
              </a:spcAft>
              <a:buFont typeface="Wingdings"/>
              <a:buChar char=""/>
              <a:defRPr/>
            </a:pPr>
            <a:r>
              <a:rPr lang="es-ES" i="1" dirty="0" smtClean="0"/>
              <a:t>GNU/Linux es inseguro</a:t>
            </a:r>
            <a:endParaRPr lang="es-E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Título"/>
          <p:cNvSpPr>
            <a:spLocks noGrp="1"/>
          </p:cNvSpPr>
          <p:nvPr>
            <p:ph type="title"/>
          </p:nvPr>
        </p:nvSpPr>
        <p:spPr>
          <a:xfrm>
            <a:off x="357188" y="304800"/>
            <a:ext cx="8537575" cy="762000"/>
          </a:xfrm>
        </p:spPr>
        <p:txBody>
          <a:bodyPr/>
          <a:lstStyle/>
          <a:p>
            <a:r>
              <a:rPr lang="es-ES" sz="2800" smtClean="0"/>
              <a:t>Distribuciones GNU/Linux</a:t>
            </a:r>
          </a:p>
        </p:txBody>
      </p:sp>
      <p:sp>
        <p:nvSpPr>
          <p:cNvPr id="4" name="3 Marcador de contenido"/>
          <p:cNvSpPr>
            <a:spLocks noGrp="1"/>
          </p:cNvSpPr>
          <p:nvPr>
            <p:ph sz="quarter" idx="1"/>
          </p:nvPr>
        </p:nvSpPr>
        <p:spPr>
          <a:xfrm>
            <a:off x="228600" y="1500188"/>
            <a:ext cx="8666163" cy="4687887"/>
          </a:xfrm>
        </p:spPr>
        <p:txBody>
          <a:bodyPr>
            <a:normAutofit/>
          </a:bodyPr>
          <a:lstStyle/>
          <a:p>
            <a:pPr marL="320040" indent="-320040" fontAlgn="auto">
              <a:spcAft>
                <a:spcPts val="0"/>
              </a:spcAft>
              <a:buFont typeface="Wingdings"/>
              <a:buChar char=""/>
              <a:defRPr/>
            </a:pPr>
            <a:r>
              <a:rPr lang="es-ES" dirty="0" smtClean="0"/>
              <a:t>Una </a:t>
            </a:r>
            <a:r>
              <a:rPr lang="es-ES" b="1" dirty="0" smtClean="0"/>
              <a:t>distribución de GNU/Linux</a:t>
            </a:r>
            <a:r>
              <a:rPr lang="es-ES" dirty="0" smtClean="0"/>
              <a:t> es una variante de ese </a:t>
            </a:r>
            <a:r>
              <a:rPr lang="es-ES" dirty="0" smtClean="0">
                <a:hlinkClick r:id="rId2" tooltip="Sistema operativo"/>
              </a:rPr>
              <a:t>sistema operativo</a:t>
            </a:r>
            <a:r>
              <a:rPr lang="es-ES" dirty="0" smtClean="0"/>
              <a:t> que incorpora determinados </a:t>
            </a:r>
            <a:r>
              <a:rPr lang="es-ES" dirty="0" smtClean="0">
                <a:hlinkClick r:id="rId3" tooltip="Paquetes de software"/>
              </a:rPr>
              <a:t>paquetes de software</a:t>
            </a:r>
            <a:r>
              <a:rPr lang="es-ES" dirty="0" smtClean="0"/>
              <a:t> para satisfacer las necesidades de un grupo especifico de usuarios, dando así origen a ediciones hogareñas, empresariales y para servidores. </a:t>
            </a:r>
          </a:p>
          <a:p>
            <a:pPr marL="320040" indent="-320040" fontAlgn="auto">
              <a:spcAft>
                <a:spcPts val="0"/>
              </a:spcAft>
              <a:buFont typeface="Wingdings"/>
              <a:buChar char=""/>
              <a:defRPr/>
            </a:pPr>
            <a:r>
              <a:rPr lang="es-ES" dirty="0" smtClean="0"/>
              <a:t>La base de cada distribución incluye el </a:t>
            </a:r>
            <a:r>
              <a:rPr lang="es-ES" dirty="0" smtClean="0">
                <a:hlinkClick r:id="rId4" tooltip="Núcleo (informática)"/>
              </a:rPr>
              <a:t>núcleo</a:t>
            </a:r>
            <a:r>
              <a:rPr lang="es-ES" dirty="0" smtClean="0"/>
              <a:t> </a:t>
            </a:r>
            <a:r>
              <a:rPr lang="es-ES" dirty="0" smtClean="0">
                <a:hlinkClick r:id="rId5" tooltip="Linux (núcleo)"/>
              </a:rPr>
              <a:t>Linux</a:t>
            </a:r>
            <a:r>
              <a:rPr lang="es-ES" dirty="0" smtClean="0"/>
              <a:t> </a:t>
            </a:r>
            <a:r>
              <a:rPr lang="es-ES" sz="2000" i="1" dirty="0" smtClean="0"/>
              <a:t>(</a:t>
            </a:r>
            <a:r>
              <a:rPr lang="es-ES" sz="2000" i="1" dirty="0" err="1" smtClean="0"/>
              <a:t>kernel</a:t>
            </a:r>
            <a:r>
              <a:rPr lang="es-ES" sz="2000" i="1" dirty="0" smtClean="0"/>
              <a:t>)</a:t>
            </a:r>
            <a:r>
              <a:rPr lang="es-ES" dirty="0" smtClean="0"/>
              <a:t>, con las </a:t>
            </a:r>
            <a:r>
              <a:rPr lang="es-ES" dirty="0" smtClean="0">
                <a:hlinkClick r:id="rId6" tooltip="Biblioteca (programa)"/>
              </a:rPr>
              <a:t>bibliotecas</a:t>
            </a:r>
            <a:r>
              <a:rPr lang="es-ES" dirty="0" smtClean="0"/>
              <a:t> y herramientas del proyecto </a:t>
            </a:r>
            <a:r>
              <a:rPr lang="es-ES" dirty="0" smtClean="0">
                <a:hlinkClick r:id="rId7" tooltip="GNU"/>
              </a:rPr>
              <a:t>GNU</a:t>
            </a:r>
            <a:r>
              <a:rPr lang="es-ES" dirty="0" smtClean="0"/>
              <a:t> y de muchos otros proyectos/grupos de software, como </a:t>
            </a:r>
            <a:r>
              <a:rPr lang="es-ES" dirty="0" smtClean="0">
                <a:hlinkClick r:id="rId8" tooltip="BSD"/>
              </a:rPr>
              <a:t>BSD</a:t>
            </a:r>
            <a:r>
              <a:rPr lang="es-ES" dirty="0" smtClean="0"/>
              <a:t>, </a:t>
            </a:r>
            <a:r>
              <a:rPr lang="es-ES" dirty="0" err="1" smtClean="0">
                <a:hlinkClick r:id="rId9" tooltip="Xorg"/>
              </a:rPr>
              <a:t>Xorg</a:t>
            </a:r>
            <a:r>
              <a:rPr lang="es-ES" dirty="0" smtClean="0"/>
              <a:t>, </a:t>
            </a:r>
            <a:r>
              <a:rPr lang="es-ES" dirty="0" smtClean="0">
                <a:hlinkClick r:id="rId10" tooltip="Apache"/>
              </a:rPr>
              <a:t>Apache</a:t>
            </a:r>
            <a:r>
              <a:rPr lang="es-ES" dirty="0" smtClean="0"/>
              <a:t>, </a:t>
            </a:r>
            <a:r>
              <a:rPr lang="es-ES" dirty="0" err="1" smtClean="0">
                <a:hlinkClick r:id="rId11" tooltip="MySQL"/>
              </a:rPr>
              <a:t>MySQL</a:t>
            </a:r>
            <a:r>
              <a:rPr lang="es-ES" dirty="0" smtClean="0"/>
              <a:t>, </a:t>
            </a:r>
            <a:r>
              <a:rPr lang="es-ES" dirty="0" err="1" smtClean="0">
                <a:hlinkClick r:id="rId12" tooltip="PostgreSQL"/>
              </a:rPr>
              <a:t>PostgreSQL</a:t>
            </a:r>
            <a:r>
              <a:rPr lang="es-ES" dirty="0" smtClean="0"/>
              <a:t>, </a:t>
            </a:r>
            <a:r>
              <a:rPr lang="es-ES" dirty="0" smtClean="0">
                <a:hlinkClick r:id="rId13" tooltip="Perl"/>
              </a:rPr>
              <a:t>Perl</a:t>
            </a:r>
            <a:r>
              <a:rPr lang="es-ES" dirty="0" smtClean="0"/>
              <a:t>, </a:t>
            </a:r>
            <a:r>
              <a:rPr lang="es-ES" dirty="0" err="1" smtClean="0">
                <a:hlinkClick r:id="rId14" tooltip="Python"/>
              </a:rPr>
              <a:t>Python</a:t>
            </a:r>
            <a:r>
              <a:rPr lang="es-ES" dirty="0" smtClean="0"/>
              <a:t>, </a:t>
            </a:r>
            <a:r>
              <a:rPr lang="es-ES" dirty="0" smtClean="0">
                <a:hlinkClick r:id="rId15" tooltip="PHP"/>
              </a:rPr>
              <a:t>PHP</a:t>
            </a:r>
            <a:r>
              <a:rPr lang="es-ES" dirty="0" smtClean="0"/>
              <a:t>, </a:t>
            </a:r>
            <a:r>
              <a:rPr lang="es-ES" dirty="0" err="1" smtClean="0">
                <a:hlinkClick r:id="rId16" tooltip="Gnome"/>
              </a:rPr>
              <a:t>Gnome</a:t>
            </a:r>
            <a:r>
              <a:rPr lang="es-ES" dirty="0" smtClean="0"/>
              <a:t> y </a:t>
            </a:r>
            <a:r>
              <a:rPr lang="es-ES" dirty="0" smtClean="0">
                <a:hlinkClick r:id="rId17" tooltip="KDE"/>
              </a:rPr>
              <a:t>KDE</a:t>
            </a:r>
            <a:r>
              <a:rPr lang="es-ES" dirty="0" smtClean="0"/>
              <a:t>.</a:t>
            </a:r>
          </a:p>
        </p:txBody>
      </p:sp>
      <p:sp>
        <p:nvSpPr>
          <p:cNvPr id="18436" name="4 Rectángulo"/>
          <p:cNvSpPr>
            <a:spLocks noChangeArrowheads="1"/>
          </p:cNvSpPr>
          <p:nvPr/>
        </p:nvSpPr>
        <p:spPr bwMode="auto">
          <a:xfrm>
            <a:off x="3429000" y="6215063"/>
            <a:ext cx="5429250" cy="307975"/>
          </a:xfrm>
          <a:prstGeom prst="rect">
            <a:avLst/>
          </a:prstGeom>
          <a:noFill/>
          <a:ln w="9525">
            <a:noFill/>
            <a:miter lim="800000"/>
            <a:headEnd/>
            <a:tailEnd/>
          </a:ln>
        </p:spPr>
        <p:txBody>
          <a:bodyPr>
            <a:spAutoFit/>
          </a:bodyPr>
          <a:lstStyle/>
          <a:p>
            <a:pPr algn="r"/>
            <a:r>
              <a:rPr lang="es-ES" sz="1400">
                <a:latin typeface="Tw Cen MT" pitchFamily="34" charset="0"/>
              </a:rPr>
              <a:t>http://es.wikipedia.org/wiki/Anexo:Distribuciones_GNU/Linux</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Título"/>
          <p:cNvSpPr>
            <a:spLocks noGrp="1"/>
          </p:cNvSpPr>
          <p:nvPr>
            <p:ph type="title"/>
          </p:nvPr>
        </p:nvSpPr>
        <p:spPr>
          <a:xfrm>
            <a:off x="357188" y="304800"/>
            <a:ext cx="8537575" cy="762000"/>
          </a:xfrm>
        </p:spPr>
        <p:txBody>
          <a:bodyPr/>
          <a:lstStyle/>
          <a:p>
            <a:r>
              <a:rPr lang="es-ES" sz="2800" smtClean="0"/>
              <a:t>Requerimientos del Sistema</a:t>
            </a:r>
          </a:p>
        </p:txBody>
      </p:sp>
      <p:sp>
        <p:nvSpPr>
          <p:cNvPr id="4" name="3 Marcador de contenido"/>
          <p:cNvSpPr>
            <a:spLocks noGrp="1"/>
          </p:cNvSpPr>
          <p:nvPr>
            <p:ph sz="quarter" idx="1"/>
          </p:nvPr>
        </p:nvSpPr>
        <p:spPr>
          <a:xfrm>
            <a:off x="228600" y="1500188"/>
            <a:ext cx="8666163" cy="4687887"/>
          </a:xfrm>
        </p:spPr>
        <p:txBody>
          <a:bodyPr>
            <a:normAutofit fontScale="85000" lnSpcReduction="10000"/>
          </a:bodyPr>
          <a:lstStyle/>
          <a:p>
            <a:pPr marL="320040" indent="-320040" algn="just" fontAlgn="auto">
              <a:spcAft>
                <a:spcPts val="0"/>
              </a:spcAft>
              <a:buFont typeface="Wingdings"/>
              <a:buChar char=""/>
              <a:defRPr/>
            </a:pPr>
            <a:r>
              <a:rPr lang="es-ES" dirty="0" smtClean="0"/>
              <a:t>Con casi cualquier distribución comercial de Linux, el ambiente gráfico necesitará al menos 192 MB RAM, y 650-800 MB de espacio en disco duro para la instalación mínima.</a:t>
            </a:r>
          </a:p>
          <a:p>
            <a:pPr marL="320040" indent="-320040" algn="just" fontAlgn="auto">
              <a:spcAft>
                <a:spcPts val="0"/>
              </a:spcAft>
              <a:buFont typeface="Wingdings"/>
              <a:buChar char=""/>
              <a:defRPr/>
            </a:pPr>
            <a:r>
              <a:rPr lang="es-ES" dirty="0" smtClean="0"/>
              <a:t>Para contar con la menor cantidad de aplicaciones prácticas, se requieren al menos 800 MB adicionales de espacio en disco duro, repartido en al menos 2 particiones.</a:t>
            </a:r>
          </a:p>
          <a:p>
            <a:pPr marL="320040" indent="-320040" algn="just" fontAlgn="auto">
              <a:spcAft>
                <a:spcPts val="0"/>
              </a:spcAft>
              <a:buFont typeface="Wingdings"/>
              <a:buChar char=""/>
              <a:defRPr/>
            </a:pPr>
            <a:r>
              <a:rPr lang="es-ES" dirty="0" smtClean="0"/>
              <a:t>Se recomienda un microprocesador </a:t>
            </a:r>
            <a:r>
              <a:rPr lang="es-ES" dirty="0" smtClean="0"/>
              <a:t>80586 como mínimo </a:t>
            </a:r>
            <a:r>
              <a:rPr lang="es-ES" dirty="0" smtClean="0"/>
              <a:t>(</a:t>
            </a:r>
            <a:r>
              <a:rPr lang="es-ES" dirty="0" err="1" smtClean="0"/>
              <a:t>pentium</a:t>
            </a:r>
            <a:r>
              <a:rPr lang="es-ES" dirty="0" smtClean="0"/>
              <a:t> II o equivalente) a 200 </a:t>
            </a:r>
            <a:r>
              <a:rPr lang="es-ES" dirty="0" err="1" smtClean="0"/>
              <a:t>MHz.</a:t>
            </a:r>
            <a:endParaRPr lang="es-ES" dirty="0" smtClean="0"/>
          </a:p>
          <a:p>
            <a:pPr marL="320040" indent="-320040" algn="just" fontAlgn="auto">
              <a:spcAft>
                <a:spcPts val="0"/>
              </a:spcAft>
              <a:buFont typeface="Wingdings"/>
              <a:buChar char=""/>
              <a:defRPr/>
            </a:pPr>
            <a:r>
              <a:rPr lang="es-ES" dirty="0" smtClean="0"/>
              <a:t>Sin ambiente gráfico, como es el caso de un servidor, o bien solamente</a:t>
            </a:r>
          </a:p>
          <a:p>
            <a:pPr marL="320040" indent="-320040" algn="just" fontAlgn="auto">
              <a:spcAft>
                <a:spcPts val="0"/>
              </a:spcAft>
              <a:buFont typeface="Wingdings"/>
              <a:buChar char=""/>
              <a:defRPr/>
            </a:pPr>
            <a:r>
              <a:rPr lang="es-ES" dirty="0" smtClean="0"/>
              <a:t>aplicaciones para modo de texto, 64MB RAM y un microprocesador 80586 a 100 MHz serán suficientes.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Título"/>
          <p:cNvSpPr>
            <a:spLocks noGrp="1"/>
          </p:cNvSpPr>
          <p:nvPr>
            <p:ph type="title"/>
          </p:nvPr>
        </p:nvSpPr>
        <p:spPr>
          <a:xfrm>
            <a:off x="357188" y="304800"/>
            <a:ext cx="8537575" cy="762000"/>
          </a:xfrm>
        </p:spPr>
        <p:txBody>
          <a:bodyPr/>
          <a:lstStyle/>
          <a:p>
            <a:r>
              <a:rPr lang="es-ES" sz="2800" smtClean="0"/>
              <a:t>Requerimientos del Sistema</a:t>
            </a:r>
          </a:p>
        </p:txBody>
      </p:sp>
      <p:sp>
        <p:nvSpPr>
          <p:cNvPr id="20483" name="3 Marcador de contenido"/>
          <p:cNvSpPr>
            <a:spLocks noGrp="1"/>
          </p:cNvSpPr>
          <p:nvPr>
            <p:ph sz="quarter" idx="1"/>
          </p:nvPr>
        </p:nvSpPr>
        <p:spPr>
          <a:xfrm>
            <a:off x="228600" y="1500188"/>
            <a:ext cx="8666163" cy="4687887"/>
          </a:xfrm>
        </p:spPr>
        <p:txBody>
          <a:bodyPr/>
          <a:lstStyle/>
          <a:p>
            <a:pPr algn="just"/>
            <a:r>
              <a:rPr lang="es-ES" dirty="0" smtClean="0"/>
              <a:t>Si </a:t>
            </a:r>
            <a:r>
              <a:rPr lang="es-ES" dirty="0" smtClean="0"/>
              <a:t>deseamos </a:t>
            </a:r>
            <a:r>
              <a:rPr lang="es-ES" dirty="0" smtClean="0"/>
              <a:t>instalar Linux en una computadora personal con las suficientes aplicaciones para ser totalmente funcional y productivo y contar con el espacio necesario para instalar herramientas de oficina (OpenOffice.org), se </a:t>
            </a:r>
            <a:r>
              <a:rPr lang="es-ES" b="1" dirty="0" smtClean="0"/>
              <a:t>recomienda contar con al menos 2 GB de espacio, al menos 256 MB </a:t>
            </a:r>
            <a:r>
              <a:rPr lang="es-ES" dirty="0" smtClean="0"/>
              <a:t>RAM y un microprocesador AMD K6, K6-II, K6-III, </a:t>
            </a:r>
            <a:r>
              <a:rPr lang="es-ES" dirty="0" err="1" smtClean="0"/>
              <a:t>Athlon</a:t>
            </a:r>
            <a:r>
              <a:rPr lang="es-ES" dirty="0" smtClean="0"/>
              <a:t>, </a:t>
            </a:r>
            <a:r>
              <a:rPr lang="es-ES" dirty="0" err="1" smtClean="0"/>
              <a:t>Duron</a:t>
            </a:r>
            <a:r>
              <a:rPr lang="es-ES" dirty="0" smtClean="0"/>
              <a:t>, Pentium, Pentium MMX, Pentium II, Pentium III, Pentium 4, o </a:t>
            </a:r>
            <a:r>
              <a:rPr lang="es-ES" dirty="0" err="1" smtClean="0"/>
              <a:t>Cyrix</a:t>
            </a:r>
            <a:r>
              <a:rPr lang="es-ES" dirty="0" smtClean="0"/>
              <a:t> MII a cuando menos 300 </a:t>
            </a:r>
            <a:r>
              <a:rPr lang="es-ES" dirty="0" err="1" smtClean="0"/>
              <a:t>Mhz</a:t>
            </a:r>
            <a:r>
              <a:rPr lang="es-ES" dirty="0" smtClean="0"/>
              <a:t> o más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Título"/>
          <p:cNvSpPr>
            <a:spLocks noGrp="1"/>
          </p:cNvSpPr>
          <p:nvPr>
            <p:ph type="title"/>
          </p:nvPr>
        </p:nvSpPr>
        <p:spPr>
          <a:xfrm>
            <a:off x="357188" y="304800"/>
            <a:ext cx="8537575" cy="762000"/>
          </a:xfrm>
        </p:spPr>
        <p:txBody>
          <a:bodyPr/>
          <a:lstStyle/>
          <a:p>
            <a:r>
              <a:rPr lang="es-ES" sz="2800" smtClean="0"/>
              <a:t>Estándar de Jerarquía de Sistema de Archivos (FHS)</a:t>
            </a:r>
          </a:p>
        </p:txBody>
      </p:sp>
      <p:sp>
        <p:nvSpPr>
          <p:cNvPr id="4" name="3 Marcador de contenido"/>
          <p:cNvSpPr>
            <a:spLocks noGrp="1"/>
          </p:cNvSpPr>
          <p:nvPr>
            <p:ph sz="quarter" idx="1"/>
          </p:nvPr>
        </p:nvSpPr>
        <p:spPr>
          <a:xfrm>
            <a:off x="228600" y="1500188"/>
            <a:ext cx="8666163" cy="4687887"/>
          </a:xfrm>
        </p:spPr>
        <p:txBody>
          <a:bodyPr>
            <a:normAutofit fontScale="92500" lnSpcReduction="10000"/>
          </a:bodyPr>
          <a:lstStyle/>
          <a:p>
            <a:pPr marL="320040" indent="-320040" algn="just" fontAlgn="auto">
              <a:spcAft>
                <a:spcPts val="0"/>
              </a:spcAft>
              <a:buFont typeface="Wingdings"/>
              <a:buChar char=""/>
              <a:defRPr/>
            </a:pPr>
            <a:r>
              <a:rPr lang="es-ES" dirty="0" smtClean="0"/>
              <a:t>El estándar de jerarquía de ficheros (</a:t>
            </a:r>
            <a:r>
              <a:rPr lang="es-ES" b="1" dirty="0" smtClean="0"/>
              <a:t>FHS o </a:t>
            </a:r>
            <a:r>
              <a:rPr lang="es-ES" b="1" dirty="0" err="1" smtClean="0"/>
              <a:t>Filesystem</a:t>
            </a:r>
            <a:r>
              <a:rPr lang="es-ES" b="1" dirty="0" smtClean="0"/>
              <a:t> </a:t>
            </a:r>
            <a:r>
              <a:rPr lang="es-ES" b="1" dirty="0" err="1" smtClean="0"/>
              <a:t>Hierarchy</a:t>
            </a:r>
            <a:r>
              <a:rPr lang="es-ES" b="1" dirty="0" smtClean="0"/>
              <a:t> Standard) define los principales </a:t>
            </a:r>
            <a:r>
              <a:rPr lang="es-ES" dirty="0" smtClean="0"/>
              <a:t>directorios y sus contenidos en GNU/Linux y otros sistemas operativos similares a Unix.</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dirty="0" smtClean="0"/>
              <a:t>Un </a:t>
            </a:r>
            <a:r>
              <a:rPr lang="es-ES" b="1" dirty="0" smtClean="0"/>
              <a:t>sistema de archivos</a:t>
            </a:r>
            <a:r>
              <a:rPr lang="es-ES" dirty="0" smtClean="0"/>
              <a:t> es aquella parte del sistema responsable de la administración de los datos en dispositivos de almacenamiento secundario. Por lo tanto, es el sistema de archivos el que debe proporcionar los medios necesarios para un acceso y almacenamiento seguro y privado de la información.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Título"/>
          <p:cNvSpPr>
            <a:spLocks noGrp="1"/>
          </p:cNvSpPr>
          <p:nvPr>
            <p:ph type="title"/>
          </p:nvPr>
        </p:nvSpPr>
        <p:spPr>
          <a:xfrm>
            <a:off x="357188" y="304800"/>
            <a:ext cx="8537575" cy="762000"/>
          </a:xfrm>
        </p:spPr>
        <p:txBody>
          <a:bodyPr/>
          <a:lstStyle/>
          <a:p>
            <a:r>
              <a:rPr lang="es-ES" sz="2800" smtClean="0"/>
              <a:t>Estándar de Jerarquía de Sistema de Archivos (FHS)</a:t>
            </a:r>
          </a:p>
        </p:txBody>
      </p:sp>
      <p:pic>
        <p:nvPicPr>
          <p:cNvPr id="22531" name="Picture 2"/>
          <p:cNvPicPr>
            <a:picLocks noGrp="1" noChangeAspect="1" noChangeArrowheads="1"/>
          </p:cNvPicPr>
          <p:nvPr>
            <p:ph sz="quarter" idx="1"/>
          </p:nvPr>
        </p:nvPicPr>
        <p:blipFill>
          <a:blip r:embed="rId2" cstate="print"/>
          <a:srcRect/>
          <a:stretch>
            <a:fillRect/>
          </a:stretch>
        </p:blipFill>
        <p:spPr>
          <a:xfrm>
            <a:off x="142875" y="1643063"/>
            <a:ext cx="3365500" cy="4902200"/>
          </a:xfrm>
        </p:spPr>
      </p:pic>
      <p:sp>
        <p:nvSpPr>
          <p:cNvPr id="22532" name="7 Rectángulo"/>
          <p:cNvSpPr>
            <a:spLocks noChangeArrowheads="1"/>
          </p:cNvSpPr>
          <p:nvPr/>
        </p:nvSpPr>
        <p:spPr bwMode="auto">
          <a:xfrm>
            <a:off x="3714750" y="1643063"/>
            <a:ext cx="5143500" cy="4524375"/>
          </a:xfrm>
          <a:prstGeom prst="rect">
            <a:avLst/>
          </a:prstGeom>
          <a:noFill/>
          <a:ln w="9525">
            <a:solidFill>
              <a:schemeClr val="accent1">
                <a:alpha val="65097"/>
              </a:schemeClr>
            </a:solidFill>
            <a:miter lim="800000"/>
            <a:headEnd/>
            <a:tailEnd/>
          </a:ln>
        </p:spPr>
        <p:txBody>
          <a:bodyPr>
            <a:spAutoFit/>
          </a:bodyPr>
          <a:lstStyle/>
          <a:p>
            <a:pPr algn="just"/>
            <a:r>
              <a:rPr lang="es-ES">
                <a:latin typeface="Tw Cen MT" pitchFamily="34" charset="0"/>
              </a:rPr>
              <a:t>/bin/ Mandatos binarios esenciales (cp, mv, ls, rm, etc.),</a:t>
            </a:r>
          </a:p>
          <a:p>
            <a:pPr algn="just"/>
            <a:r>
              <a:rPr lang="es-ES">
                <a:latin typeface="Tw Cen MT" pitchFamily="34" charset="0"/>
              </a:rPr>
              <a:t>/boot/ Ficheros utilizados durante el arranque del sistema (núcleo y discos RAM),</a:t>
            </a:r>
          </a:p>
          <a:p>
            <a:pPr algn="just"/>
            <a:r>
              <a:rPr lang="es-ES">
                <a:latin typeface="Tw Cen MT" pitchFamily="34" charset="0"/>
              </a:rPr>
              <a:t>/dev/ Dispositivos esenciales</a:t>
            </a:r>
          </a:p>
          <a:p>
            <a:pPr algn="just"/>
            <a:r>
              <a:rPr lang="es-ES">
                <a:latin typeface="Tw Cen MT" pitchFamily="34" charset="0"/>
              </a:rPr>
              <a:t>/etc/ Ficheros de configuración utilizados en todo el sistema y que son específicos del anfitrión.</a:t>
            </a:r>
          </a:p>
          <a:p>
            <a:pPr algn="just"/>
            <a:r>
              <a:rPr lang="es-ES">
                <a:latin typeface="Tw Cen MT" pitchFamily="34" charset="0"/>
              </a:rPr>
              <a:t>/lib/ Bibliotecas compartidas esenciales para los binarios de /bin/, /sbin/ y el núcleo del sistema.</a:t>
            </a:r>
          </a:p>
          <a:p>
            <a:pPr algn="just"/>
            <a:r>
              <a:rPr lang="pt-BR">
                <a:latin typeface="Tw Cen MT" pitchFamily="34" charset="0"/>
              </a:rPr>
              <a:t>/mnt/ Sistemas de ficheros montados temporalmente.</a:t>
            </a:r>
          </a:p>
          <a:p>
            <a:pPr algn="just"/>
            <a:r>
              <a:rPr lang="es-ES">
                <a:latin typeface="Tw Cen MT" pitchFamily="34" charset="0"/>
              </a:rPr>
              <a:t>/root/ Directorio de inicio del usuario root (super usuario).</a:t>
            </a:r>
          </a:p>
          <a:p>
            <a:pPr algn="just"/>
            <a:r>
              <a:rPr lang="es-ES">
                <a:latin typeface="Tw Cen MT" pitchFamily="34" charset="0"/>
              </a:rPr>
              <a:t>/sbin/ Binarios de administración de sistema.</a:t>
            </a:r>
          </a:p>
          <a:p>
            <a:pPr algn="just"/>
            <a:r>
              <a:rPr lang="es-ES">
                <a:latin typeface="Tw Cen MT" pitchFamily="34" charset="0"/>
              </a:rPr>
              <a:t>/usr/  Se destina a los archivos que son compartidos por todos los usuarios o por la red. Tiene su propia partición y se monta solamente para lectura.</a:t>
            </a:r>
            <a:endParaRPr lang="pt-BR">
              <a:latin typeface="Tw Cen MT"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Título"/>
          <p:cNvSpPr>
            <a:spLocks noGrp="1"/>
          </p:cNvSpPr>
          <p:nvPr>
            <p:ph type="title"/>
          </p:nvPr>
        </p:nvSpPr>
        <p:spPr>
          <a:xfrm>
            <a:off x="357188" y="304800"/>
            <a:ext cx="8537575" cy="762000"/>
          </a:xfrm>
        </p:spPr>
        <p:txBody>
          <a:bodyPr/>
          <a:lstStyle/>
          <a:p>
            <a:r>
              <a:rPr lang="es-ES" sz="2800" smtClean="0"/>
              <a:t>Tipos de Sistemas de Archivos</a:t>
            </a:r>
          </a:p>
        </p:txBody>
      </p:sp>
      <p:sp>
        <p:nvSpPr>
          <p:cNvPr id="4" name="3 Marcador de contenido"/>
          <p:cNvSpPr>
            <a:spLocks noGrp="1"/>
          </p:cNvSpPr>
          <p:nvPr>
            <p:ph sz="quarter" idx="1"/>
          </p:nvPr>
        </p:nvSpPr>
        <p:spPr>
          <a:xfrm>
            <a:off x="228600" y="1500188"/>
            <a:ext cx="8666163" cy="4687887"/>
          </a:xfrm>
        </p:spPr>
        <p:txBody>
          <a:bodyPr>
            <a:normAutofit fontScale="77500" lnSpcReduction="20000"/>
          </a:bodyPr>
          <a:lstStyle/>
          <a:p>
            <a:pPr marL="320040" indent="-320040" algn="just" fontAlgn="auto">
              <a:spcAft>
                <a:spcPts val="0"/>
              </a:spcAft>
              <a:buFont typeface="Wingdings"/>
              <a:buChar char=""/>
              <a:defRPr/>
            </a:pPr>
            <a:r>
              <a:rPr lang="es-ES" b="1" dirty="0" smtClean="0"/>
              <a:t>ext2</a:t>
            </a:r>
            <a:r>
              <a:rPr lang="es-ES" dirty="0" smtClean="0"/>
              <a:t> — Un sistema de archivos ext2 soporta tipos de archivo estándar Unix (archivos regulares, directorios, enlaces simbólicos, </a:t>
            </a:r>
            <a:r>
              <a:rPr lang="es-ES" dirty="0" err="1" smtClean="0"/>
              <a:t>etc</a:t>
            </a:r>
            <a:r>
              <a:rPr lang="es-ES" dirty="0" smtClean="0"/>
              <a:t>). Proporciona la habilidad de asignar nombres de archivos largos, hasta 255 caracteres. </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b="1" dirty="0" smtClean="0"/>
              <a:t>ext3</a:t>
            </a:r>
            <a:r>
              <a:rPr lang="es-ES" dirty="0" smtClean="0"/>
              <a:t> — El sistema de archivos ext3 está basado en el sistema de archivos ext2 y tiene una ventaja principal — </a:t>
            </a:r>
            <a:r>
              <a:rPr lang="es-ES" dirty="0" err="1" smtClean="0"/>
              <a:t>journaling</a:t>
            </a:r>
            <a:r>
              <a:rPr lang="es-ES" dirty="0" smtClean="0"/>
              <a:t>. El uso de un sistema de archivos </a:t>
            </a:r>
            <a:r>
              <a:rPr lang="es-ES" dirty="0" err="1" smtClean="0"/>
              <a:t>journaling</a:t>
            </a:r>
            <a:r>
              <a:rPr lang="es-ES" dirty="0" smtClean="0"/>
              <a:t> reduce el tiempo de recuperación tras una caída, ya que no es necesario hacer </a:t>
            </a:r>
            <a:r>
              <a:rPr lang="es-ES" dirty="0" err="1" smtClean="0"/>
              <a:t>fsck</a:t>
            </a:r>
            <a:r>
              <a:rPr lang="es-ES" dirty="0" smtClean="0"/>
              <a:t> al sistema de archivos. El sistema de archivos ext3 está seleccionado por defecto y su uso es bien recomendado. </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b="1" dirty="0" err="1" smtClean="0"/>
              <a:t>volúmen</a:t>
            </a:r>
            <a:r>
              <a:rPr lang="es-ES" b="1" dirty="0" smtClean="0"/>
              <a:t> físico (LVM)</a:t>
            </a:r>
            <a:r>
              <a:rPr lang="es-ES" dirty="0" smtClean="0"/>
              <a:t> — Mediante la creación de una o más particiones LVM físicas le permite crear un </a:t>
            </a:r>
            <a:r>
              <a:rPr lang="es-ES" dirty="0" err="1" smtClean="0"/>
              <a:t>volúmen</a:t>
            </a:r>
            <a:r>
              <a:rPr lang="es-ES" dirty="0" smtClean="0"/>
              <a:t> lógico LVM. Permiten mejorar el rendimiento cuando se utilizan discos físicos. </a:t>
            </a:r>
          </a:p>
          <a:p>
            <a:pPr marL="320040" indent="-320040" algn="just" fontAlgn="auto">
              <a:spcAft>
                <a:spcPts val="0"/>
              </a:spcAft>
              <a:buFont typeface="Wingdings"/>
              <a:buChar char=""/>
              <a:defRPr/>
            </a:pPr>
            <a:endParaRPr lang="es-E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p:cNvSpPr>
            <a:spLocks noGrp="1"/>
          </p:cNvSpPr>
          <p:nvPr>
            <p:ph type="title"/>
          </p:nvPr>
        </p:nvSpPr>
        <p:spPr>
          <a:xfrm>
            <a:off x="357188" y="304800"/>
            <a:ext cx="8537575" cy="762000"/>
          </a:xfrm>
        </p:spPr>
        <p:txBody>
          <a:bodyPr/>
          <a:lstStyle/>
          <a:p>
            <a:r>
              <a:rPr lang="es-ES" sz="2800" smtClean="0"/>
              <a:t>Tipos de Sistemas de Archivos</a:t>
            </a:r>
          </a:p>
        </p:txBody>
      </p:sp>
      <p:sp>
        <p:nvSpPr>
          <p:cNvPr id="4" name="3 Marcador de contenido"/>
          <p:cNvSpPr>
            <a:spLocks noGrp="1"/>
          </p:cNvSpPr>
          <p:nvPr>
            <p:ph sz="quarter" idx="1"/>
          </p:nvPr>
        </p:nvSpPr>
        <p:spPr>
          <a:xfrm>
            <a:off x="228600" y="1500188"/>
            <a:ext cx="8666163" cy="4687887"/>
          </a:xfrm>
        </p:spPr>
        <p:txBody>
          <a:bodyPr>
            <a:normAutofit fontScale="77500" lnSpcReduction="20000"/>
          </a:bodyPr>
          <a:lstStyle/>
          <a:p>
            <a:pPr marL="320040" indent="-320040" algn="just" fontAlgn="auto">
              <a:spcAft>
                <a:spcPts val="0"/>
              </a:spcAft>
              <a:buFont typeface="Wingdings"/>
              <a:buChar char=""/>
              <a:defRPr/>
            </a:pPr>
            <a:r>
              <a:rPr lang="es-ES" b="1" dirty="0" smtClean="0"/>
              <a:t>software RAID</a:t>
            </a:r>
            <a:r>
              <a:rPr lang="es-ES" dirty="0" smtClean="0"/>
              <a:t> — La creación de dos o más particiones de software RAID le permite crear un dispositivo </a:t>
            </a:r>
            <a:r>
              <a:rPr lang="es-ES" dirty="0" smtClean="0"/>
              <a:t>RAID(</a:t>
            </a:r>
            <a:r>
              <a:rPr lang="es-AR" dirty="0" smtClean="0"/>
              <a:t>«conjunto redundante de discos independientes», hace referencia a un </a:t>
            </a:r>
            <a:r>
              <a:rPr lang="es-AR" dirty="0" smtClean="0">
                <a:hlinkClick r:id="rId2" tooltip="Almacenamiento de datos"/>
              </a:rPr>
              <a:t>sistema de almacenamiento de datos</a:t>
            </a:r>
            <a:r>
              <a:rPr lang="es-AR" dirty="0" smtClean="0"/>
              <a:t> que usa múltiples unidades de almacenamiento de datos (</a:t>
            </a:r>
            <a:r>
              <a:rPr lang="es-AR" dirty="0" smtClean="0">
                <a:hlinkClick r:id="rId3" tooltip="Disco duro"/>
              </a:rPr>
              <a:t>discos duros</a:t>
            </a:r>
            <a:r>
              <a:rPr lang="es-AR" dirty="0" smtClean="0"/>
              <a:t> o </a:t>
            </a:r>
            <a:r>
              <a:rPr lang="es-AR" dirty="0" smtClean="0">
                <a:hlinkClick r:id="rId4" tooltip="SSD"/>
              </a:rPr>
              <a:t>SSD</a:t>
            </a:r>
            <a:r>
              <a:rPr lang="es-AR" dirty="0" smtClean="0"/>
              <a:t>) entre los que se distribuyen o replican los </a:t>
            </a:r>
            <a:r>
              <a:rPr lang="es-AR" dirty="0" smtClean="0">
                <a:hlinkClick r:id="rId5" tooltip="Dato"/>
              </a:rPr>
              <a:t>datos</a:t>
            </a:r>
            <a:r>
              <a:rPr lang="es-AR" dirty="0" smtClean="0"/>
              <a:t>.)</a:t>
            </a:r>
            <a:r>
              <a:rPr lang="es-ES" dirty="0" smtClean="0"/>
              <a:t>. </a:t>
            </a:r>
            <a:endParaRPr lang="es-ES" dirty="0" smtClean="0"/>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b="1" dirty="0" smtClean="0"/>
              <a:t>swap</a:t>
            </a:r>
            <a:r>
              <a:rPr lang="es-ES" dirty="0" smtClean="0"/>
              <a:t> — Las particiones swap se usan para soportar la memoria virtual. En otras palabras, los datos se escriben en una partición swap cuando no hay suficiente RAM para guardar los datos que su sistema está procesando. </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r>
              <a:rPr lang="es-ES" b="1" dirty="0" err="1" smtClean="0"/>
              <a:t>vfat</a:t>
            </a:r>
            <a:r>
              <a:rPr lang="es-ES" dirty="0" smtClean="0"/>
              <a:t> — El sistema de archivos VFAT es un sistema de archivos Linux que es compatible con los nombres largos de archivos de Microsoft Windows en el sistema de archivos FAT. Este sistema de archivos debe usarse para la partición /</a:t>
            </a:r>
            <a:r>
              <a:rPr lang="es-ES" dirty="0" err="1" smtClean="0"/>
              <a:t>boot</a:t>
            </a:r>
            <a:r>
              <a:rPr lang="es-ES" dirty="0" smtClean="0"/>
              <a:t>/</a:t>
            </a:r>
            <a:r>
              <a:rPr lang="es-ES" dirty="0" err="1" smtClean="0"/>
              <a:t>efi</a:t>
            </a:r>
            <a:r>
              <a:rPr lang="es-ES" dirty="0" smtClean="0"/>
              <a:t> en los sistemas </a:t>
            </a:r>
            <a:r>
              <a:rPr lang="es-ES" dirty="0" err="1" smtClean="0"/>
              <a:t>Itanium</a:t>
            </a:r>
            <a:r>
              <a:rPr lang="es-ES" dirty="0" smtClean="0"/>
              <a:t>.</a:t>
            </a:r>
          </a:p>
          <a:p>
            <a:pPr marL="320040" indent="-320040" algn="just" fontAlgn="auto">
              <a:spcAft>
                <a:spcPts val="0"/>
              </a:spcAft>
              <a:buFont typeface="Wingdings"/>
              <a:buChar char=""/>
              <a:defRPr/>
            </a:pPr>
            <a:endParaRPr lang="es-E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Título"/>
          <p:cNvSpPr>
            <a:spLocks noGrp="1"/>
          </p:cNvSpPr>
          <p:nvPr>
            <p:ph type="title"/>
          </p:nvPr>
        </p:nvSpPr>
        <p:spPr>
          <a:xfrm>
            <a:off x="357188" y="304800"/>
            <a:ext cx="8537575" cy="762000"/>
          </a:xfrm>
        </p:spPr>
        <p:txBody>
          <a:bodyPr/>
          <a:lstStyle/>
          <a:p>
            <a:r>
              <a:rPr lang="es-ES" sz="2800" smtClean="0"/>
              <a:t>Discos Duros - Particiones</a:t>
            </a:r>
          </a:p>
        </p:txBody>
      </p:sp>
      <p:sp>
        <p:nvSpPr>
          <p:cNvPr id="25603" name="3 Marcador de contenido"/>
          <p:cNvSpPr>
            <a:spLocks noGrp="1"/>
          </p:cNvSpPr>
          <p:nvPr>
            <p:ph sz="quarter" idx="1"/>
          </p:nvPr>
        </p:nvSpPr>
        <p:spPr>
          <a:xfrm>
            <a:off x="228600" y="1500188"/>
            <a:ext cx="8666163" cy="4687887"/>
          </a:xfrm>
        </p:spPr>
        <p:txBody>
          <a:bodyPr/>
          <a:lstStyle/>
          <a:p>
            <a:pPr algn="just"/>
            <a:r>
              <a:rPr lang="es-ES" smtClean="0"/>
              <a:t>Linux utiliza un esquema de nombres que es mucho más flexible y contiene mucha más información que el que usan otros sistemas operativos. Este esquema está basado en nombres de archivos y tiene nombres de la siguiente forma /dev/</a:t>
            </a:r>
            <a:r>
              <a:rPr lang="es-ES" i="1" smtClean="0"/>
              <a:t>xxyN</a:t>
            </a:r>
            <a:r>
              <a:rPr lang="es-ES" smtClean="0"/>
              <a:t>.</a:t>
            </a:r>
          </a:p>
          <a:p>
            <a:pPr lvl="1" algn="just"/>
            <a:r>
              <a:rPr lang="es-ES" smtClean="0"/>
              <a:t>/dev/Este es el nombre de un directorio en la que están todos los archivos de los dispositivos. Puesto que las particiones residen en el disco y los discos duros son dispositivos, los ficheros que representan todas las posibles particiones están contenidos en /dev/. </a:t>
            </a:r>
          </a:p>
          <a:p>
            <a:pPr algn="just"/>
            <a:endParaRPr lang="es-ES"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p:cNvSpPr>
            <a:spLocks noGrp="1"/>
          </p:cNvSpPr>
          <p:nvPr>
            <p:ph type="title"/>
          </p:nvPr>
        </p:nvSpPr>
        <p:spPr>
          <a:xfrm>
            <a:off x="357188" y="304800"/>
            <a:ext cx="8537575" cy="762000"/>
          </a:xfrm>
        </p:spPr>
        <p:txBody>
          <a:bodyPr/>
          <a:lstStyle/>
          <a:p>
            <a:r>
              <a:rPr lang="es-ES" sz="2800" smtClean="0"/>
              <a:t>Discos Duros - Particiones</a:t>
            </a:r>
          </a:p>
        </p:txBody>
      </p:sp>
      <p:sp>
        <p:nvSpPr>
          <p:cNvPr id="4" name="3 Marcador de contenido"/>
          <p:cNvSpPr>
            <a:spLocks noGrp="1"/>
          </p:cNvSpPr>
          <p:nvPr>
            <p:ph sz="quarter" idx="1"/>
          </p:nvPr>
        </p:nvSpPr>
        <p:spPr>
          <a:xfrm>
            <a:off x="228600" y="1500188"/>
            <a:ext cx="8666163" cy="4687887"/>
          </a:xfrm>
        </p:spPr>
        <p:txBody>
          <a:bodyPr>
            <a:normAutofit fontScale="70000" lnSpcReduction="20000"/>
          </a:bodyPr>
          <a:lstStyle/>
          <a:p>
            <a:pPr marL="320040" indent="-320040" algn="just" fontAlgn="auto">
              <a:spcAft>
                <a:spcPts val="0"/>
              </a:spcAft>
              <a:buFont typeface="Wingdings"/>
              <a:buChar char=""/>
              <a:defRPr/>
            </a:pPr>
            <a:r>
              <a:rPr lang="es-ES" i="1" dirty="0" err="1" smtClean="0"/>
              <a:t>Xx</a:t>
            </a:r>
            <a:endParaRPr lang="es-ES" i="1" dirty="0" smtClean="0"/>
          </a:p>
          <a:p>
            <a:pPr marL="640080" lvl="1" indent="-274320" algn="just" fontAlgn="auto">
              <a:spcAft>
                <a:spcPts val="0"/>
              </a:spcAft>
              <a:buFont typeface="Wingdings 2"/>
              <a:buNone/>
              <a:defRPr/>
            </a:pPr>
            <a:r>
              <a:rPr lang="es-ES" dirty="0" smtClean="0"/>
              <a:t>Las dos primeras letras del nombre de la partición se refieren al tipo de dispositivo en el que se reside la partición, usualmente es </a:t>
            </a:r>
            <a:r>
              <a:rPr lang="es-ES" dirty="0" err="1" smtClean="0"/>
              <a:t>hd</a:t>
            </a:r>
            <a:r>
              <a:rPr lang="es-ES" dirty="0" smtClean="0"/>
              <a:t> (para discos IDE), o </a:t>
            </a:r>
            <a:r>
              <a:rPr lang="es-ES" dirty="0" err="1" smtClean="0"/>
              <a:t>sd</a:t>
            </a:r>
            <a:r>
              <a:rPr lang="es-ES" dirty="0" smtClean="0"/>
              <a:t> (para discos SCSI</a:t>
            </a:r>
            <a:r>
              <a:rPr lang="es-ES" dirty="0" smtClean="0"/>
              <a:t>). </a:t>
            </a:r>
            <a:r>
              <a:rPr lang="es-AR" b="1" dirty="0" smtClean="0"/>
              <a:t>SCSI</a:t>
            </a:r>
            <a:r>
              <a:rPr lang="es-AR" dirty="0" smtClean="0"/>
              <a:t>, acrónimo inglés de </a:t>
            </a:r>
            <a:r>
              <a:rPr lang="es-AR" b="1" i="1" dirty="0" smtClean="0"/>
              <a:t>S</a:t>
            </a:r>
            <a:r>
              <a:rPr lang="es-AR" i="1" dirty="0" smtClean="0"/>
              <a:t>mall </a:t>
            </a:r>
            <a:r>
              <a:rPr lang="es-AR" b="1" i="1" dirty="0" err="1" smtClean="0"/>
              <a:t>C</a:t>
            </a:r>
            <a:r>
              <a:rPr lang="es-AR" i="1" dirty="0" err="1" smtClean="0"/>
              <a:t>omputers</a:t>
            </a:r>
            <a:r>
              <a:rPr lang="es-AR" i="1" dirty="0" smtClean="0"/>
              <a:t> </a:t>
            </a:r>
            <a:r>
              <a:rPr lang="es-AR" b="1" i="1" dirty="0" err="1" smtClean="0"/>
              <a:t>S</a:t>
            </a:r>
            <a:r>
              <a:rPr lang="es-AR" i="1" dirty="0" err="1" smtClean="0"/>
              <a:t>ystem</a:t>
            </a:r>
            <a:r>
              <a:rPr lang="es-AR" i="1" dirty="0" smtClean="0"/>
              <a:t> </a:t>
            </a:r>
            <a:r>
              <a:rPr lang="es-AR" b="1" i="1" dirty="0" smtClean="0"/>
              <a:t>I</a:t>
            </a:r>
            <a:r>
              <a:rPr lang="es-AR" i="1" dirty="0" smtClean="0"/>
              <a:t>nterface</a:t>
            </a:r>
            <a:r>
              <a:rPr lang="es-AR" dirty="0" smtClean="0"/>
              <a:t> (Interfaz de Sistema para Pequeñas Computadoras), es </a:t>
            </a:r>
            <a:r>
              <a:rPr lang="es-AR" dirty="0" err="1" smtClean="0"/>
              <a:t>una</a:t>
            </a:r>
            <a:r>
              <a:rPr lang="es-AR" dirty="0" err="1" smtClean="0">
                <a:hlinkClick r:id="rId2" tooltip="Interfaz (electrónica)"/>
              </a:rPr>
              <a:t>interfaz</a:t>
            </a:r>
            <a:r>
              <a:rPr lang="es-AR" dirty="0" smtClean="0"/>
              <a:t> estándar para la transferencia de datos entre distintos dispositivos del </a:t>
            </a:r>
            <a:r>
              <a:rPr lang="es-AR" dirty="0" smtClean="0">
                <a:hlinkClick r:id="rId3" tooltip="Bus de datos"/>
              </a:rPr>
              <a:t>bus</a:t>
            </a:r>
            <a:r>
              <a:rPr lang="es-AR" dirty="0" smtClean="0"/>
              <a:t> de la </a:t>
            </a:r>
            <a:r>
              <a:rPr lang="es-AR" dirty="0" smtClean="0">
                <a:hlinkClick r:id="rId4" tooltip="Computadora"/>
              </a:rPr>
              <a:t>computadora</a:t>
            </a:r>
            <a:r>
              <a:rPr lang="es-AR" dirty="0" smtClean="0"/>
              <a:t>.</a:t>
            </a:r>
            <a:r>
              <a:rPr lang="es-ES" dirty="0" smtClean="0"/>
              <a:t> </a:t>
            </a:r>
            <a:endParaRPr lang="es-ES" dirty="0" smtClean="0"/>
          </a:p>
          <a:p>
            <a:pPr marL="320040" indent="-320040" algn="just" fontAlgn="auto">
              <a:spcAft>
                <a:spcPts val="0"/>
              </a:spcAft>
              <a:buFont typeface="Wingdings"/>
              <a:buChar char=""/>
              <a:defRPr/>
            </a:pPr>
            <a:r>
              <a:rPr lang="es-ES" i="1" dirty="0" smtClean="0"/>
              <a:t>Y</a:t>
            </a:r>
          </a:p>
          <a:p>
            <a:pPr marL="640080" lvl="1" indent="-274320" algn="just" fontAlgn="auto">
              <a:spcAft>
                <a:spcPts val="0"/>
              </a:spcAft>
              <a:buFont typeface="Wingdings 2"/>
              <a:buNone/>
              <a:defRPr/>
            </a:pPr>
            <a:r>
              <a:rPr lang="es-ES" dirty="0" smtClean="0"/>
              <a:t>Esta letra indica en qué periférico se encuentra la partición. Por ejemplo, /</a:t>
            </a:r>
            <a:r>
              <a:rPr lang="es-ES" dirty="0" err="1" smtClean="0"/>
              <a:t>dev</a:t>
            </a:r>
            <a:r>
              <a:rPr lang="es-ES" dirty="0" smtClean="0"/>
              <a:t>/</a:t>
            </a:r>
            <a:r>
              <a:rPr lang="es-ES" dirty="0" err="1" smtClean="0"/>
              <a:t>hda</a:t>
            </a:r>
            <a:r>
              <a:rPr lang="es-ES" dirty="0" smtClean="0"/>
              <a:t> (El primer disco duro IDE) o /</a:t>
            </a:r>
            <a:r>
              <a:rPr lang="es-ES" dirty="0" err="1" smtClean="0"/>
              <a:t>dev</a:t>
            </a:r>
            <a:r>
              <a:rPr lang="es-ES" dirty="0" smtClean="0"/>
              <a:t>/</a:t>
            </a:r>
            <a:r>
              <a:rPr lang="es-ES" dirty="0" err="1" smtClean="0"/>
              <a:t>sdb</a:t>
            </a:r>
            <a:r>
              <a:rPr lang="es-ES" dirty="0" smtClean="0"/>
              <a:t> (el segundo disco duro SCSI). </a:t>
            </a:r>
          </a:p>
          <a:p>
            <a:pPr marL="320040" indent="-320040" algn="just" fontAlgn="auto">
              <a:spcAft>
                <a:spcPts val="0"/>
              </a:spcAft>
              <a:buFont typeface="Wingdings"/>
              <a:buChar char=""/>
              <a:defRPr/>
            </a:pPr>
            <a:r>
              <a:rPr lang="es-ES" i="1" dirty="0" smtClean="0"/>
              <a:t>N</a:t>
            </a:r>
          </a:p>
          <a:p>
            <a:pPr marL="640080" lvl="1" indent="-274320" algn="just" fontAlgn="auto">
              <a:spcAft>
                <a:spcPts val="0"/>
              </a:spcAft>
              <a:buFont typeface="Wingdings 2"/>
              <a:buNone/>
              <a:defRPr/>
            </a:pPr>
            <a:r>
              <a:rPr lang="es-ES" dirty="0" smtClean="0"/>
              <a:t>El número que aparece al final indica la partición. Las cuatro primeras (primarias o ampliadas) se enumeran a partir de 1 hasta 4. Las particiones lógicas empiezan en 5. Por ejemplo, /</a:t>
            </a:r>
            <a:r>
              <a:rPr lang="es-ES" dirty="0" err="1" smtClean="0"/>
              <a:t>dev</a:t>
            </a:r>
            <a:r>
              <a:rPr lang="es-ES" dirty="0" smtClean="0"/>
              <a:t>/hda3 es la tercera partición primaria o ampliada en el primer disco IDE; /</a:t>
            </a:r>
            <a:r>
              <a:rPr lang="es-ES" dirty="0" err="1" smtClean="0"/>
              <a:t>dev</a:t>
            </a:r>
            <a:r>
              <a:rPr lang="es-ES" dirty="0" smtClean="0"/>
              <a:t>/sdb6 es la segunda partición lógica en el segundo disco S</a:t>
            </a:r>
          </a:p>
          <a:p>
            <a:pPr marL="640080" lvl="1" indent="-274320" algn="just" fontAlgn="auto">
              <a:spcAft>
                <a:spcPts val="0"/>
              </a:spcAft>
              <a:buFont typeface="Wingdings 2"/>
              <a:buChar char=""/>
              <a:defRPr/>
            </a:pPr>
            <a:endParaRPr lang="es-E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357188" y="304800"/>
            <a:ext cx="8537575" cy="762000"/>
          </a:xfrm>
        </p:spPr>
        <p:txBody>
          <a:bodyPr/>
          <a:lstStyle/>
          <a:p>
            <a:r>
              <a:rPr lang="es-ES" sz="2800" smtClean="0"/>
              <a:t>Particiones en el disco y puntos de montaje</a:t>
            </a:r>
          </a:p>
        </p:txBody>
      </p:sp>
      <p:sp>
        <p:nvSpPr>
          <p:cNvPr id="4" name="3 Marcador de contenido"/>
          <p:cNvSpPr>
            <a:spLocks noGrp="1"/>
          </p:cNvSpPr>
          <p:nvPr>
            <p:ph sz="quarter" idx="1"/>
          </p:nvPr>
        </p:nvSpPr>
        <p:spPr>
          <a:xfrm>
            <a:off x="228600" y="1500188"/>
            <a:ext cx="8666163" cy="4687887"/>
          </a:xfrm>
        </p:spPr>
        <p:txBody>
          <a:bodyPr>
            <a:normAutofit fontScale="77500" lnSpcReduction="20000"/>
          </a:bodyPr>
          <a:lstStyle/>
          <a:p>
            <a:pPr marL="320040" indent="-320040" algn="just" fontAlgn="auto">
              <a:spcAft>
                <a:spcPts val="0"/>
              </a:spcAft>
              <a:buFont typeface="Wingdings"/>
              <a:buChar char=""/>
              <a:defRPr/>
            </a:pPr>
            <a:r>
              <a:rPr lang="es-ES" dirty="0" smtClean="0"/>
              <a:t>Cada partición es utilizada como parte integrante del árbol del sistema de ficheros de Linux.</a:t>
            </a:r>
          </a:p>
          <a:p>
            <a:pPr marL="320040" indent="-320040" algn="just" fontAlgn="auto">
              <a:spcAft>
                <a:spcPts val="0"/>
              </a:spcAft>
              <a:buFont typeface="Wingdings"/>
              <a:buChar char=""/>
              <a:defRPr/>
            </a:pPr>
            <a:r>
              <a:rPr lang="es-ES" dirty="0" smtClean="0"/>
              <a:t>Montar una partición quiere decir hacer su contenido disponible a partir del directorio especificado (al cual nos referimos con el nombre de </a:t>
            </a:r>
            <a:r>
              <a:rPr lang="es-ES" i="1" dirty="0" smtClean="0"/>
              <a:t>punto de montaje</a:t>
            </a:r>
            <a:r>
              <a:rPr lang="es-ES" dirty="0" smtClean="0"/>
              <a:t>).</a:t>
            </a:r>
          </a:p>
          <a:p>
            <a:pPr marL="320040" indent="-320040" algn="just" fontAlgn="auto">
              <a:spcAft>
                <a:spcPts val="0"/>
              </a:spcAft>
              <a:buFont typeface="Wingdings"/>
              <a:buChar char=""/>
              <a:defRPr/>
            </a:pPr>
            <a:r>
              <a:rPr lang="es-ES" dirty="0" smtClean="0"/>
              <a:t>Por ejemplo, si se monta la partición /</a:t>
            </a:r>
            <a:r>
              <a:rPr lang="es-ES" dirty="0" err="1" smtClean="0"/>
              <a:t>dev</a:t>
            </a:r>
            <a:r>
              <a:rPr lang="es-ES" dirty="0" smtClean="0"/>
              <a:t>/hda5 en /</a:t>
            </a:r>
            <a:r>
              <a:rPr lang="es-ES" dirty="0" err="1" smtClean="0"/>
              <a:t>usr</a:t>
            </a:r>
            <a:r>
              <a:rPr lang="es-ES" dirty="0" smtClean="0"/>
              <a:t>, esto quiere decir que todos los ficheros y los directorios bajo /</a:t>
            </a:r>
            <a:r>
              <a:rPr lang="es-ES" dirty="0" err="1" smtClean="0"/>
              <a:t>usr</a:t>
            </a:r>
            <a:r>
              <a:rPr lang="es-ES" dirty="0" smtClean="0"/>
              <a:t> estarían físicamente en /</a:t>
            </a:r>
            <a:r>
              <a:rPr lang="es-ES" dirty="0" err="1" smtClean="0"/>
              <a:t>dev</a:t>
            </a:r>
            <a:r>
              <a:rPr lang="es-ES" dirty="0" smtClean="0"/>
              <a:t>/hda5. Por eso, el fichero /</a:t>
            </a:r>
            <a:r>
              <a:rPr lang="es-ES" dirty="0" err="1" smtClean="0"/>
              <a:t>usr</a:t>
            </a:r>
            <a:r>
              <a:rPr lang="es-ES" dirty="0" smtClean="0"/>
              <a:t>/share/</a:t>
            </a:r>
            <a:r>
              <a:rPr lang="es-ES" dirty="0" err="1" smtClean="0"/>
              <a:t>doc</a:t>
            </a:r>
            <a:r>
              <a:rPr lang="es-ES" dirty="0" smtClean="0"/>
              <a:t>/FAQ/</a:t>
            </a:r>
            <a:r>
              <a:rPr lang="es-ES" dirty="0" err="1" smtClean="0"/>
              <a:t>txt</a:t>
            </a:r>
            <a:r>
              <a:rPr lang="es-ES" dirty="0" smtClean="0"/>
              <a:t>/Linux-FAQ estaría en /</a:t>
            </a:r>
            <a:r>
              <a:rPr lang="es-ES" dirty="0" err="1" smtClean="0"/>
              <a:t>dev</a:t>
            </a:r>
            <a:r>
              <a:rPr lang="es-ES" dirty="0" smtClean="0"/>
              <a:t>/hda5 , pero no el fichero /</a:t>
            </a:r>
            <a:r>
              <a:rPr lang="es-ES" dirty="0" err="1" smtClean="0"/>
              <a:t>etc</a:t>
            </a:r>
            <a:r>
              <a:rPr lang="es-ES" dirty="0" smtClean="0"/>
              <a:t>/X11/</a:t>
            </a:r>
            <a:r>
              <a:rPr lang="es-ES" dirty="0" err="1" smtClean="0"/>
              <a:t>gdm</a:t>
            </a:r>
            <a:r>
              <a:rPr lang="es-ES" dirty="0" smtClean="0"/>
              <a:t>/</a:t>
            </a:r>
            <a:r>
              <a:rPr lang="es-ES" dirty="0" err="1" smtClean="0"/>
              <a:t>Sessions</a:t>
            </a:r>
            <a:r>
              <a:rPr lang="es-ES" dirty="0" smtClean="0"/>
              <a:t>/</a:t>
            </a:r>
            <a:r>
              <a:rPr lang="es-ES" dirty="0" err="1" smtClean="0"/>
              <a:t>Gnome</a:t>
            </a:r>
            <a:r>
              <a:rPr lang="es-ES" dirty="0" smtClean="0"/>
              <a:t> . </a:t>
            </a:r>
          </a:p>
          <a:p>
            <a:pPr marL="320040" indent="-320040" algn="just" fontAlgn="auto">
              <a:spcAft>
                <a:spcPts val="0"/>
              </a:spcAft>
              <a:buFont typeface="Wingdings"/>
              <a:buChar char=""/>
              <a:defRPr/>
            </a:pPr>
            <a:r>
              <a:rPr lang="es-ES" dirty="0" smtClean="0"/>
              <a:t>Siguiendo con este ejemplo, sería posible que uno o más directorios debajo de /</a:t>
            </a:r>
            <a:r>
              <a:rPr lang="es-ES" dirty="0" err="1" smtClean="0"/>
              <a:t>usr</a:t>
            </a:r>
            <a:r>
              <a:rPr lang="es-ES" dirty="0" smtClean="0"/>
              <a:t> fueran los puntos de montaje para otras particiones. Por ejemplo, una partición como /</a:t>
            </a:r>
            <a:r>
              <a:rPr lang="es-ES" dirty="0" err="1" smtClean="0"/>
              <a:t>dev</a:t>
            </a:r>
            <a:r>
              <a:rPr lang="es-ES" dirty="0" smtClean="0"/>
              <a:t>/hda7, podría ser montada en /</a:t>
            </a:r>
            <a:r>
              <a:rPr lang="es-ES" dirty="0" err="1" smtClean="0"/>
              <a:t>usr</a:t>
            </a:r>
            <a:r>
              <a:rPr lang="es-ES" dirty="0" smtClean="0"/>
              <a:t>/local/, que quiere decir que, por ejemplo, /</a:t>
            </a:r>
            <a:r>
              <a:rPr lang="es-ES" dirty="0" err="1" smtClean="0"/>
              <a:t>usr</a:t>
            </a:r>
            <a:r>
              <a:rPr lang="es-ES" dirty="0" smtClean="0"/>
              <a:t>/local/</a:t>
            </a:r>
            <a:r>
              <a:rPr lang="es-ES" dirty="0" err="1" smtClean="0"/>
              <a:t>man</a:t>
            </a:r>
            <a:r>
              <a:rPr lang="es-ES" dirty="0" smtClean="0"/>
              <a:t>/</a:t>
            </a:r>
            <a:r>
              <a:rPr lang="es-ES" dirty="0" err="1" smtClean="0"/>
              <a:t>whatis</a:t>
            </a:r>
            <a:r>
              <a:rPr lang="es-ES" dirty="0" smtClean="0"/>
              <a:t> estaría en /</a:t>
            </a:r>
            <a:r>
              <a:rPr lang="es-ES" dirty="0" err="1" smtClean="0"/>
              <a:t>dev</a:t>
            </a:r>
            <a:r>
              <a:rPr lang="es-ES" dirty="0" smtClean="0"/>
              <a:t>/hda7 y no en /</a:t>
            </a:r>
            <a:r>
              <a:rPr lang="es-ES" dirty="0" err="1" smtClean="0"/>
              <a:t>dev</a:t>
            </a:r>
            <a:r>
              <a:rPr lang="es-ES" dirty="0" smtClean="0"/>
              <a:t>/hda5. </a:t>
            </a:r>
          </a:p>
          <a:p>
            <a:pPr marL="320040" indent="-320040" algn="just" fontAlgn="auto">
              <a:spcAft>
                <a:spcPts val="0"/>
              </a:spcAft>
              <a:buFont typeface="Wingdings"/>
              <a:buChar char=""/>
              <a:defRPr/>
            </a:pPr>
            <a:endParaRPr lang="es-ES" dirty="0" smtClean="0"/>
          </a:p>
          <a:p>
            <a:pPr marL="320040" indent="-320040" algn="just" fontAlgn="auto">
              <a:spcAft>
                <a:spcPts val="0"/>
              </a:spcAft>
              <a:buFont typeface="Wingdings"/>
              <a:buChar char=""/>
              <a:defRPr/>
            </a:pPr>
            <a:endParaRPr lang="es-E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a:xfrm>
            <a:off x="357188" y="304800"/>
            <a:ext cx="8537575" cy="762000"/>
          </a:xfrm>
        </p:spPr>
        <p:txBody>
          <a:bodyPr/>
          <a:lstStyle/>
          <a:p>
            <a:r>
              <a:rPr lang="es-ES" sz="2800" smtClean="0"/>
              <a:t>¿Cuántas particiones?</a:t>
            </a:r>
          </a:p>
        </p:txBody>
      </p:sp>
      <p:graphicFrame>
        <p:nvGraphicFramePr>
          <p:cNvPr id="5" name="4 Marcador de contenido"/>
          <p:cNvGraphicFramePr>
            <a:graphicFrameLocks noGrp="1"/>
          </p:cNvGraphicFramePr>
          <p:nvPr>
            <p:ph sz="quarter" idx="1"/>
          </p:nvPr>
        </p:nvGraphicFramePr>
        <p:xfrm>
          <a:off x="357188" y="2857500"/>
          <a:ext cx="8429684" cy="3339864"/>
        </p:xfrm>
        <a:graphic>
          <a:graphicData uri="http://schemas.openxmlformats.org/drawingml/2006/table">
            <a:tbl>
              <a:tblPr firstRow="1" bandRow="1">
                <a:tableStyleId>{5C22544A-7EE6-4342-B048-85BDC9FD1C3A}</a:tableStyleId>
              </a:tblPr>
              <a:tblGrid>
                <a:gridCol w="2214578"/>
                <a:gridCol w="6215106"/>
              </a:tblGrid>
              <a:tr h="10715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0" lang="es-ES" sz="1800" b="1" kern="1200" baseline="0" dirty="0" smtClean="0">
                        <a:solidFill>
                          <a:srgbClr val="002060"/>
                        </a:solidFill>
                        <a:latin typeface="+mn-lt"/>
                        <a:ea typeface="+mn-ea"/>
                        <a:cs typeface="+mn-cs"/>
                      </a:endParaRPr>
                    </a:p>
                    <a:p>
                      <a:pPr algn="ctr"/>
                      <a:r>
                        <a:rPr kumimoji="0" lang="es-ES" sz="1800" b="1" kern="1200" baseline="0" dirty="0" smtClean="0">
                          <a:solidFill>
                            <a:srgbClr val="002060"/>
                          </a:solidFill>
                          <a:latin typeface="+mn-lt"/>
                          <a:ea typeface="+mn-ea"/>
                          <a:cs typeface="+mn-cs"/>
                        </a:rPr>
                        <a:t>/</a:t>
                      </a:r>
                      <a:r>
                        <a:rPr kumimoji="0" lang="es-ES" sz="1800" b="1" kern="1200" baseline="0" dirty="0" err="1" smtClean="0">
                          <a:solidFill>
                            <a:srgbClr val="002060"/>
                          </a:solidFill>
                          <a:latin typeface="+mn-lt"/>
                          <a:ea typeface="+mn-ea"/>
                          <a:cs typeface="+mn-cs"/>
                        </a:rPr>
                        <a:t>boot</a:t>
                      </a:r>
                      <a:r>
                        <a:rPr kumimoji="0" lang="es-ES" sz="1800" b="1" kern="1200" baseline="0" dirty="0" smtClean="0">
                          <a:solidFill>
                            <a:srgbClr val="002060"/>
                          </a:solidFill>
                          <a:latin typeface="+mn-lt"/>
                          <a:ea typeface="+mn-ea"/>
                          <a:cs typeface="+mn-cs"/>
                        </a:rPr>
                        <a:t> </a:t>
                      </a:r>
                    </a:p>
                  </a:txBody>
                  <a:tcPr/>
                </a:tc>
                <a:tc>
                  <a:txBody>
                    <a:bodyPr/>
                    <a:lstStyle/>
                    <a:p>
                      <a:pPr algn="just"/>
                      <a:r>
                        <a:rPr kumimoji="0" lang="es-ES" sz="1800" b="0" i="1" kern="1200" baseline="0" dirty="0" smtClean="0">
                          <a:solidFill>
                            <a:srgbClr val="002060"/>
                          </a:solidFill>
                          <a:latin typeface="+mn-lt"/>
                          <a:ea typeface="+mn-ea"/>
                          <a:cs typeface="+mn-cs"/>
                        </a:rPr>
                        <a:t>Requiere al menos 75 MB. Asignar más espacio puede considerarse desperdicio.</a:t>
                      </a:r>
                    </a:p>
                    <a:p>
                      <a:pPr algn="just"/>
                      <a:endParaRPr lang="es-ES" b="0" i="1" dirty="0">
                        <a:solidFill>
                          <a:srgbClr val="002060"/>
                        </a:solidFill>
                      </a:endParaRPr>
                    </a:p>
                  </a:txBody>
                  <a:tcPr/>
                </a:tc>
              </a:tr>
              <a:tr h="805253">
                <a:tc>
                  <a:txBody>
                    <a:bodyPr/>
                    <a:lstStyle/>
                    <a:p>
                      <a:pPr algn="ctr"/>
                      <a:r>
                        <a:rPr lang="es-ES" b="1" dirty="0" smtClean="0">
                          <a:solidFill>
                            <a:srgbClr val="002060"/>
                          </a:solidFill>
                        </a:rPr>
                        <a:t>/</a:t>
                      </a:r>
                      <a:endParaRPr lang="es-ES" b="1" dirty="0">
                        <a:solidFill>
                          <a:srgbClr val="002060"/>
                        </a:solidFill>
                      </a:endParaRPr>
                    </a:p>
                  </a:txBody>
                  <a:tcPr/>
                </a:tc>
                <a:tc>
                  <a:txBody>
                    <a:bodyPr/>
                    <a:lstStyle/>
                    <a:p>
                      <a:pPr algn="just"/>
                      <a:r>
                        <a:rPr kumimoji="0" lang="es-ES" sz="1800" b="0" i="1" kern="1200" baseline="0" dirty="0" smtClean="0">
                          <a:solidFill>
                            <a:srgbClr val="002060"/>
                          </a:solidFill>
                          <a:latin typeface="+mn-lt"/>
                          <a:ea typeface="+mn-ea"/>
                          <a:cs typeface="+mn-cs"/>
                        </a:rPr>
                        <a:t>Requiere de 512 a 1024 MB.</a:t>
                      </a:r>
                      <a:endParaRPr lang="es-ES" b="0" i="1" dirty="0">
                        <a:solidFill>
                          <a:srgbClr val="002060"/>
                        </a:solidFill>
                      </a:endParaRPr>
                    </a:p>
                  </a:txBody>
                  <a:tcPr/>
                </a:tc>
              </a:tr>
              <a:tr h="805253">
                <a:tc>
                  <a:txBody>
                    <a:bodyPr/>
                    <a:lstStyle/>
                    <a:p>
                      <a:pPr algn="ctr"/>
                      <a:r>
                        <a:rPr kumimoji="0" lang="es-ES" sz="1800" b="1" kern="1200" baseline="0" dirty="0" smtClean="0">
                          <a:solidFill>
                            <a:srgbClr val="002060"/>
                          </a:solidFill>
                          <a:latin typeface="+mn-lt"/>
                          <a:ea typeface="+mn-ea"/>
                          <a:cs typeface="+mn-cs"/>
                        </a:rPr>
                        <a:t>Swap</a:t>
                      </a:r>
                      <a:endParaRPr lang="es-ES" b="1" dirty="0">
                        <a:solidFill>
                          <a:srgbClr val="002060"/>
                        </a:solidFill>
                      </a:endParaRPr>
                    </a:p>
                  </a:txBody>
                  <a:tcPr/>
                </a:tc>
                <a:tc>
                  <a:txBody>
                    <a:bodyPr/>
                    <a:lstStyle/>
                    <a:p>
                      <a:pPr algn="just"/>
                      <a:r>
                        <a:rPr kumimoji="0" lang="es-ES" sz="1800" b="0" i="1" kern="1200" baseline="0" dirty="0" smtClean="0">
                          <a:solidFill>
                            <a:srgbClr val="002060"/>
                          </a:solidFill>
                          <a:latin typeface="+mn-lt"/>
                          <a:ea typeface="+mn-ea"/>
                          <a:cs typeface="+mn-cs"/>
                        </a:rPr>
                        <a:t>Debe asignarse al menos el mismo tamaño de la memoria RAM y máximo el doble del tamaño de la memoria RAM física, esta será siempre la última partición del disco duro y no se le asigna punto de montaje.</a:t>
                      </a:r>
                      <a:endParaRPr lang="es-ES" b="0" i="1" dirty="0" smtClean="0">
                        <a:solidFill>
                          <a:srgbClr val="002060"/>
                        </a:solidFill>
                      </a:endParaRPr>
                    </a:p>
                    <a:p>
                      <a:pPr algn="just"/>
                      <a:endParaRPr lang="es-ES" b="0" i="1" dirty="0">
                        <a:solidFill>
                          <a:srgbClr val="002060"/>
                        </a:solidFill>
                      </a:endParaRPr>
                    </a:p>
                  </a:txBody>
                  <a:tcPr/>
                </a:tc>
              </a:tr>
            </a:tbl>
          </a:graphicData>
        </a:graphic>
      </p:graphicFrame>
      <p:sp>
        <p:nvSpPr>
          <p:cNvPr id="28689" name="5 Rectángulo"/>
          <p:cNvSpPr>
            <a:spLocks noChangeArrowheads="1"/>
          </p:cNvSpPr>
          <p:nvPr/>
        </p:nvSpPr>
        <p:spPr bwMode="auto">
          <a:xfrm>
            <a:off x="428625" y="2000250"/>
            <a:ext cx="4108450" cy="369888"/>
          </a:xfrm>
          <a:prstGeom prst="rect">
            <a:avLst/>
          </a:prstGeom>
          <a:noFill/>
          <a:ln w="9525">
            <a:noFill/>
            <a:miter lim="800000"/>
            <a:headEnd/>
            <a:tailEnd/>
          </a:ln>
        </p:spPr>
        <p:txBody>
          <a:bodyPr wrap="none">
            <a:spAutoFit/>
          </a:bodyPr>
          <a:lstStyle/>
          <a:p>
            <a:r>
              <a:rPr lang="es-ES">
                <a:latin typeface="Tw Cen MT" pitchFamily="34" charset="0"/>
              </a:rPr>
              <a:t>Como mínimo se requieren tres particiones: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p:cNvGraphicFramePr>
            <a:graphicFrameLocks noGrp="1"/>
          </p:cNvGraphicFramePr>
          <p:nvPr>
            <p:ph sz="quarter" idx="1"/>
          </p:nvPr>
        </p:nvGraphicFramePr>
        <p:xfrm>
          <a:off x="142875" y="2357438"/>
          <a:ext cx="8666164" cy="3848106"/>
        </p:xfrm>
        <a:graphic>
          <a:graphicData uri="http://schemas.openxmlformats.org/drawingml/2006/table">
            <a:tbl>
              <a:tblPr firstRow="1" bandRow="1">
                <a:tableStyleId>{5C22544A-7EE6-4342-B048-85BDC9FD1C3A}</a:tableStyleId>
              </a:tblPr>
              <a:tblGrid>
                <a:gridCol w="2000264"/>
                <a:gridCol w="6665900"/>
              </a:tblGrid>
              <a:tr h="857253">
                <a:tc>
                  <a:txBody>
                    <a:bodyPr/>
                    <a:lstStyle/>
                    <a:p>
                      <a:pPr algn="ctr"/>
                      <a:r>
                        <a:rPr lang="es-ES" sz="1600" b="1" dirty="0" smtClean="0">
                          <a:solidFill>
                            <a:srgbClr val="002060"/>
                          </a:solidFill>
                        </a:rPr>
                        <a:t>/</a:t>
                      </a:r>
                      <a:r>
                        <a:rPr lang="es-ES" sz="1600" b="1" dirty="0" err="1" smtClean="0">
                          <a:solidFill>
                            <a:srgbClr val="002060"/>
                          </a:solidFill>
                        </a:rPr>
                        <a:t>usr</a:t>
                      </a:r>
                      <a:endParaRPr lang="es-ES" sz="1600" b="1" dirty="0">
                        <a:solidFill>
                          <a:srgbClr val="002060"/>
                        </a:solidFill>
                      </a:endParaRPr>
                    </a:p>
                  </a:txBody>
                  <a:tcPr/>
                </a:tc>
                <a:tc>
                  <a:txBody>
                    <a:bodyPr/>
                    <a:lstStyle/>
                    <a:p>
                      <a:pPr algn="just"/>
                      <a:r>
                        <a:rPr kumimoji="0" lang="es-ES" sz="1600" b="0" i="1" kern="1200" baseline="0" dirty="0" smtClean="0">
                          <a:solidFill>
                            <a:srgbClr val="002060"/>
                          </a:solidFill>
                          <a:latin typeface="+mn-lt"/>
                          <a:ea typeface="+mn-ea"/>
                          <a:cs typeface="+mn-cs"/>
                        </a:rPr>
                        <a:t>Requiere al menos 1.5 GB en instalaciones básicas. Debe considerarse el equipamiento lógico a utilizar a futuro. Para uso general, se recomiendan no menos de 5 GB y, de ser posible, considere un tamaño óptimo de hasta 8 GB en instalaciones promedio.</a:t>
                      </a:r>
                      <a:endParaRPr lang="es-ES" sz="1600" b="0" i="1" dirty="0">
                        <a:solidFill>
                          <a:srgbClr val="002060"/>
                        </a:solidFill>
                      </a:endParaRPr>
                    </a:p>
                  </a:txBody>
                  <a:tcPr/>
                </a:tc>
              </a:tr>
              <a:tr h="857253">
                <a:tc>
                  <a:txBody>
                    <a:bodyPr/>
                    <a:lstStyle/>
                    <a:p>
                      <a:pPr algn="ctr"/>
                      <a:r>
                        <a:rPr lang="es-ES" sz="1600" b="1" dirty="0" smtClean="0">
                          <a:solidFill>
                            <a:srgbClr val="002060"/>
                          </a:solidFill>
                        </a:rPr>
                        <a:t>/</a:t>
                      </a:r>
                      <a:r>
                        <a:rPr lang="es-ES" sz="1600" b="1" dirty="0" err="1" smtClean="0">
                          <a:solidFill>
                            <a:srgbClr val="002060"/>
                          </a:solidFill>
                        </a:rPr>
                        <a:t>tmp</a:t>
                      </a:r>
                      <a:endParaRPr lang="es-ES" sz="1600" b="1" dirty="0">
                        <a:solidFill>
                          <a:srgbClr val="002060"/>
                        </a:solidFill>
                      </a:endParaRPr>
                    </a:p>
                  </a:txBody>
                  <a:tcPr/>
                </a:tc>
                <a:tc>
                  <a:txBody>
                    <a:bodyPr/>
                    <a:lstStyle/>
                    <a:p>
                      <a:pPr algn="just"/>
                      <a:r>
                        <a:rPr kumimoji="0" lang="es-ES" sz="1600" b="0" i="1" kern="1200" baseline="0" dirty="0" smtClean="0">
                          <a:solidFill>
                            <a:srgbClr val="002060"/>
                          </a:solidFill>
                          <a:latin typeface="+mn-lt"/>
                          <a:ea typeface="+mn-ea"/>
                          <a:cs typeface="+mn-cs"/>
                        </a:rPr>
                        <a:t>Requiere al menos 350 MB y puede asignarse hasta 2 GB o más dependiendo de la carga de trabajo y tipo de aplicaciones. Si por ejemplo el sistema cuenta con un grabador de DVD, será necesario asignar a /</a:t>
                      </a:r>
                      <a:r>
                        <a:rPr kumimoji="0" lang="es-ES" sz="1600" b="0" i="1" kern="1200" baseline="0" dirty="0" err="1" smtClean="0">
                          <a:solidFill>
                            <a:srgbClr val="002060"/>
                          </a:solidFill>
                          <a:latin typeface="+mn-lt"/>
                          <a:ea typeface="+mn-ea"/>
                          <a:cs typeface="+mn-cs"/>
                        </a:rPr>
                        <a:t>tmp</a:t>
                      </a:r>
                      <a:r>
                        <a:rPr kumimoji="0" lang="es-ES" sz="1600" b="0" i="1" kern="1200" baseline="0" dirty="0" smtClean="0">
                          <a:solidFill>
                            <a:srgbClr val="002060"/>
                          </a:solidFill>
                          <a:latin typeface="+mn-lt"/>
                          <a:ea typeface="+mn-ea"/>
                          <a:cs typeface="+mn-cs"/>
                        </a:rPr>
                        <a:t> el espacio suficiente para almacenar una imagen de disco DVD, es decir, al menos 4.2 GB.</a:t>
                      </a:r>
                      <a:endParaRPr lang="es-ES" sz="1600" b="0" i="1" dirty="0">
                        <a:solidFill>
                          <a:srgbClr val="002060"/>
                        </a:solidFill>
                      </a:endParaRPr>
                    </a:p>
                  </a:txBody>
                  <a:tcPr/>
                </a:tc>
              </a:tr>
              <a:tr h="857253">
                <a:tc>
                  <a:txBody>
                    <a:bodyPr/>
                    <a:lstStyle/>
                    <a:p>
                      <a:pPr algn="ctr"/>
                      <a:r>
                        <a:rPr lang="es-ES" sz="1600" b="1" dirty="0" smtClean="0">
                          <a:solidFill>
                            <a:srgbClr val="002060"/>
                          </a:solidFill>
                        </a:rPr>
                        <a:t>/</a:t>
                      </a:r>
                      <a:r>
                        <a:rPr lang="es-ES" sz="1600" b="1" dirty="0" err="1" smtClean="0">
                          <a:solidFill>
                            <a:srgbClr val="002060"/>
                          </a:solidFill>
                        </a:rPr>
                        <a:t>var</a:t>
                      </a:r>
                      <a:endParaRPr lang="es-ES" sz="1600" b="1" dirty="0">
                        <a:solidFill>
                          <a:srgbClr val="002060"/>
                        </a:solidFill>
                      </a:endParaRPr>
                    </a:p>
                  </a:txBody>
                  <a:tcPr/>
                </a:tc>
                <a:tc>
                  <a:txBody>
                    <a:bodyPr/>
                    <a:lstStyle/>
                    <a:p>
                      <a:pPr algn="just"/>
                      <a:r>
                        <a:rPr kumimoji="0" lang="es-ES" sz="1600" b="0" i="1" kern="1200" baseline="0" dirty="0" smtClean="0">
                          <a:solidFill>
                            <a:srgbClr val="002060"/>
                          </a:solidFill>
                          <a:latin typeface="+mn-lt"/>
                          <a:ea typeface="+mn-ea"/>
                          <a:cs typeface="+mn-cs"/>
                        </a:rPr>
                        <a:t>Requiere al menos 512 MB en estaciones de trabajo sin servicios.</a:t>
                      </a:r>
                    </a:p>
                    <a:p>
                      <a:pPr algn="just"/>
                      <a:r>
                        <a:rPr kumimoji="0" lang="es-ES" sz="1600" b="0" i="1" kern="1200" baseline="0" dirty="0" smtClean="0">
                          <a:solidFill>
                            <a:srgbClr val="002060"/>
                          </a:solidFill>
                          <a:latin typeface="+mn-lt"/>
                          <a:ea typeface="+mn-ea"/>
                          <a:cs typeface="+mn-cs"/>
                        </a:rPr>
                        <a:t>En servidores regularmente se le asigna al menos la mitad del</a:t>
                      </a:r>
                    </a:p>
                    <a:p>
                      <a:pPr algn="just"/>
                      <a:r>
                        <a:rPr kumimoji="0" lang="es-ES" sz="1600" b="0" i="1" kern="1200" baseline="0" dirty="0" smtClean="0">
                          <a:solidFill>
                            <a:srgbClr val="002060"/>
                          </a:solidFill>
                          <a:latin typeface="+mn-lt"/>
                          <a:ea typeface="+mn-ea"/>
                          <a:cs typeface="+mn-cs"/>
                        </a:rPr>
                        <a:t>disco duro.</a:t>
                      </a:r>
                      <a:endParaRPr lang="es-ES" sz="1600" b="0" i="1" dirty="0">
                        <a:solidFill>
                          <a:srgbClr val="002060"/>
                        </a:solidFill>
                      </a:endParaRPr>
                    </a:p>
                  </a:txBody>
                  <a:tcPr/>
                </a:tc>
              </a:tr>
              <a:tr h="857253">
                <a:tc>
                  <a:txBody>
                    <a:bodyPr/>
                    <a:lstStyle/>
                    <a:p>
                      <a:pPr algn="ctr"/>
                      <a:r>
                        <a:rPr lang="es-ES" sz="1600" b="1" dirty="0" smtClean="0">
                          <a:solidFill>
                            <a:srgbClr val="002060"/>
                          </a:solidFill>
                        </a:rPr>
                        <a:t>/home</a:t>
                      </a:r>
                      <a:endParaRPr lang="es-ES" sz="1600" b="1" dirty="0">
                        <a:solidFill>
                          <a:srgbClr val="002060"/>
                        </a:solidFill>
                      </a:endParaRPr>
                    </a:p>
                  </a:txBody>
                  <a:tcPr/>
                </a:tc>
                <a:tc>
                  <a:txBody>
                    <a:bodyPr/>
                    <a:lstStyle/>
                    <a:p>
                      <a:pPr algn="just"/>
                      <a:r>
                        <a:rPr kumimoji="0" lang="es-ES" sz="1600" b="0" i="1" kern="1200" baseline="0" dirty="0" smtClean="0">
                          <a:solidFill>
                            <a:srgbClr val="002060"/>
                          </a:solidFill>
                          <a:latin typeface="+mn-lt"/>
                          <a:ea typeface="+mn-ea"/>
                          <a:cs typeface="+mn-cs"/>
                        </a:rPr>
                        <a:t>En estaciones de trabajo se asigna al menos la mitad del disco duro a esta partición.</a:t>
                      </a:r>
                      <a:endParaRPr lang="es-ES" sz="1600" b="0" i="1" dirty="0">
                        <a:solidFill>
                          <a:srgbClr val="002060"/>
                        </a:solidFill>
                      </a:endParaRPr>
                    </a:p>
                  </a:txBody>
                  <a:tcPr/>
                </a:tc>
              </a:tr>
            </a:tbl>
          </a:graphicData>
        </a:graphic>
      </p:graphicFrame>
      <p:sp>
        <p:nvSpPr>
          <p:cNvPr id="29715" name="1 Título"/>
          <p:cNvSpPr>
            <a:spLocks noGrp="1"/>
          </p:cNvSpPr>
          <p:nvPr>
            <p:ph type="title"/>
          </p:nvPr>
        </p:nvSpPr>
        <p:spPr>
          <a:xfrm>
            <a:off x="357188" y="304800"/>
            <a:ext cx="8537575" cy="762000"/>
          </a:xfrm>
        </p:spPr>
        <p:txBody>
          <a:bodyPr/>
          <a:lstStyle/>
          <a:p>
            <a:r>
              <a:rPr lang="es-ES" sz="2800" smtClean="0"/>
              <a:t>¿Cuántas particiones?</a:t>
            </a:r>
          </a:p>
        </p:txBody>
      </p:sp>
      <p:sp>
        <p:nvSpPr>
          <p:cNvPr id="29716" name="5 Rectángulo"/>
          <p:cNvSpPr>
            <a:spLocks noChangeArrowheads="1"/>
          </p:cNvSpPr>
          <p:nvPr/>
        </p:nvSpPr>
        <p:spPr bwMode="auto">
          <a:xfrm>
            <a:off x="285750" y="1785938"/>
            <a:ext cx="5643563" cy="369887"/>
          </a:xfrm>
          <a:prstGeom prst="rect">
            <a:avLst/>
          </a:prstGeom>
          <a:noFill/>
          <a:ln w="9525">
            <a:noFill/>
            <a:miter lim="800000"/>
            <a:headEnd/>
            <a:tailEnd/>
          </a:ln>
        </p:spPr>
        <p:txBody>
          <a:bodyPr>
            <a:spAutoFit/>
          </a:bodyPr>
          <a:lstStyle/>
          <a:p>
            <a:r>
              <a:rPr lang="es-ES">
                <a:latin typeface="Tw Cen MT" pitchFamily="34" charset="0"/>
              </a:rPr>
              <a:t>Otras particiones que se recomienda asignar, son:</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rmedio">
  <a:themeElements>
    <a:clrScheme name="Intermedi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Intermedio">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Intermedi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237</TotalTime>
  <Words>1641</Words>
  <Application>Microsoft Office PowerPoint</Application>
  <PresentationFormat>Presentación en pantalla (4:3)</PresentationFormat>
  <Paragraphs>97</Paragraphs>
  <Slides>17</Slides>
  <Notes>0</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Intermedio</vt:lpstr>
      <vt:lpstr>ADMINISTRACION LINUX </vt:lpstr>
      <vt:lpstr>¿Qué es GNU / Linux?</vt:lpstr>
      <vt:lpstr>¿Qué es GNU / Linux?</vt:lpstr>
      <vt:lpstr>¿Qué es GNU / Linux?</vt:lpstr>
      <vt:lpstr>Falsos mitos sobre Linux</vt:lpstr>
      <vt:lpstr>Distribuciones GNU/Linux</vt:lpstr>
      <vt:lpstr>Requerimientos del Sistema</vt:lpstr>
      <vt:lpstr>Requerimientos del Sistema</vt:lpstr>
      <vt:lpstr>Estándar de Jerarquía de Sistema de Archivos (FHS)</vt:lpstr>
      <vt:lpstr>Estándar de Jerarquía de Sistema de Archivos (FHS)</vt:lpstr>
      <vt:lpstr>Tipos de Sistemas de Archivos</vt:lpstr>
      <vt:lpstr>Tipos de Sistemas de Archivos</vt:lpstr>
      <vt:lpstr>Discos Duros - Particiones</vt:lpstr>
      <vt:lpstr>Discos Duros - Particiones</vt:lpstr>
      <vt:lpstr>Particiones en el disco y puntos de montaje</vt:lpstr>
      <vt:lpstr>¿Cuántas particiones?</vt:lpstr>
      <vt:lpstr>¿Cuántas particiones?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ADMINISTRACION LINUX I</dc:title>
  <dc:creator>Romel</dc:creator>
  <cp:lastModifiedBy>hausuario</cp:lastModifiedBy>
  <cp:revision>48</cp:revision>
  <dcterms:created xsi:type="dcterms:W3CDTF">2008-08-20T21:09:25Z</dcterms:created>
  <dcterms:modified xsi:type="dcterms:W3CDTF">2014-04-15T21:08:54Z</dcterms:modified>
</cp:coreProperties>
</file>