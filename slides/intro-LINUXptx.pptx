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theme/theme5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71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60.xml" ContentType="application/vnd.openxmlformats-officedocument.presentationml.slideLayout+xml"/>
  <Override PartName="/ppt/theme/theme18.xml" ContentType="application/vnd.openxmlformats-officedocument.theme+xml"/>
  <Override PartName="/ppt/tableStyles.xml" ContentType="application/vnd.openxmlformats-officedocument.presentationml.tableStyles+xml"/>
  <Override PartName="/ppt/slideLayouts/slideLayout102.xml" ContentType="application/vnd.openxmlformats-officedocument.presentationml.slideLayout+xml"/>
  <Override PartName="/ppt/slideMasters/slideMaster8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Layouts/slideLayout198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98.xml" ContentType="application/vnd.openxmlformats-officedocument.presentationml.slideLayout+xml"/>
  <Override PartName="/ppt/theme/theme10.xml" ContentType="application/vnd.openxmlformats-officedocument.theme+xml"/>
  <Override PartName="/ppt/slideLayouts/slideLayout187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90.xml" ContentType="application/vnd.openxmlformats-officedocument.presentationml.slideLayout+xml"/>
  <Override PartName="/ppt/presentation.xml" ContentType="application/vnd.openxmlformats-officedocument.presentationml.presentation.main+xml"/>
  <Override PartName="/ppt/slideMasters/slideMaster16.xml" ContentType="application/vnd.openxmlformats-officedocument.presentationml.slideMaster+xml"/>
  <Override PartName="/ppt/slides/slide22.xml" ContentType="application/vnd.openxmlformats-officedocument.presentationml.slide+xml"/>
  <Override PartName="/ppt/slideLayouts/slideLayout32.xml" ContentType="application/vnd.openxmlformats-officedocument.presentationml.slideLayout+xml"/>
  <Override PartName="/ppt/slideLayouts/slideLayout132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2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Masters/slideMaster9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Layouts/slideLayout10.xml" ContentType="application/vnd.openxmlformats-officedocument.presentationml.slideLayout+xml"/>
  <Override PartName="/ppt/theme/theme15.xml" ContentType="application/vnd.openxmlformats-officedocument.theme+xml"/>
  <Override PartName="/ppt/slideLayouts/slideLayout99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Masters/slideMaster5.xml" ContentType="application/vnd.openxmlformats-officedocument.presentationml.slideMaster+xml"/>
  <Override PartName="/ppt/slideLayouts/slideLayout59.xml" ContentType="application/vnd.openxmlformats-officedocument.presentationml.slideLayout+xml"/>
  <Override PartName="/ppt/theme/theme7.xml" ContentType="application/vnd.openxmlformats-officedocument.theme+xml"/>
  <Override PartName="/ppt/slideLayouts/slideLayout88.xml" ContentType="application/vnd.openxmlformats-officedocument.presentationml.slideLayout+xml"/>
  <Override PartName="/ppt/theme/theme11.xml" ContentType="application/vnd.openxmlformats-officedocument.theme+xml"/>
  <Override PartName="/ppt/slideLayouts/slideLayout159.xml" ContentType="application/vnd.openxmlformats-officedocument.presentationml.slideLayout+xml"/>
  <Override PartName="/ppt/slideLayouts/slideLayout177.xml" ContentType="application/vnd.openxmlformats-officedocument.presentationml.slideLayout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91.xml" ContentType="application/vnd.openxmlformats-officedocument.presentationml.slideLayout+xml"/>
  <Default Extension="rels" ContentType="application/vnd.openxmlformats-package.relationships+xml"/>
  <Override PartName="/ppt/slideMasters/slideMaster17.xml" ContentType="application/vnd.openxmlformats-officedocument.presentationml.slideMaster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theme/theme16.xml" ContentType="application/vnd.openxmlformats-officedocument.theme+xml"/>
  <Override PartName="/ppt/slideMasters/slideMaster13.xml" ContentType="application/vnd.openxmlformats-officedocument.presentationml.slideMaster+xml"/>
  <Override PartName="/ppt/slideLayouts/slideLayout100.xml" ContentType="application/vnd.openxmlformats-officedocument.presentationml.slideLayout+xml"/>
  <Override PartName="/ppt/slideMasters/slideMaster6.xml" ContentType="application/vnd.openxmlformats-officedocument.presentationml.slideMaster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theme/theme12.xml" ContentType="application/vnd.openxmlformats-officedocument.theme+xml"/>
  <Override PartName="/ppt/slideLayouts/slideLayout189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Masters/slideMaster18.xml" ContentType="application/vnd.openxmlformats-officedocument.presentationml.slideMaster+xml"/>
  <Default Extension="jpeg" ContentType="image/jpeg"/>
  <Override PartName="/ppt/slideLayouts/slideLayout16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Masters/slideMaster14.xml" ContentType="application/vnd.openxmlformats-officedocument.presentationml.slideMaster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30.xml" ContentType="application/vnd.openxmlformats-officedocument.presentationml.slideLayout+xml"/>
  <Override PartName="/ppt/theme/theme17.xml" ContentType="application/vnd.openxmlformats-officedocument.theme+xml"/>
  <Override PartName="/ppt/slideMasters/slideMaster7.xml" ContentType="application/vnd.openxmlformats-officedocument.presentationml.slideMaster+xml"/>
  <Override PartName="/ppt/slideMasters/slideMaster10.xml" ContentType="application/vnd.openxmlformats-officedocument.presentationml.slideMaster+xml"/>
  <Override PartName="/ppt/theme/theme9.xml" ContentType="application/vnd.openxmlformats-officedocument.theme+xml"/>
  <Override PartName="/ppt/theme/theme13.xml" ContentType="application/vnd.openxmlformats-officedocument.theme+xml"/>
  <Override PartName="/ppt/slideLayouts/slideLayout179.xml" ContentType="application/vnd.openxmlformats-officedocument.presentationml.slideLayout+xml"/>
  <Override PartName="/ppt/slides/slide8.xml" ContentType="application/vnd.openxmlformats-officedocument.presentationml.slide+xml"/>
  <Override PartName="/ppt/slideLayouts/slideLayout6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64.xml" ContentType="application/vnd.openxmlformats-officedocument.presentationml.slideLayout+xml"/>
  <Override PartName="/ppt/theme/theme1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Masters/slideMaster15.xml" ContentType="application/vnd.openxmlformats-officedocument.presentationml.slideMaster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20.xml" ContentType="application/vnd.openxmlformats-officedocument.presentationml.slideLayout+xml"/>
  <Override PartName="/ppt/theme/theme14.xml" ContentType="application/vnd.openxmlformats-officedocument.theme+xml"/>
  <Override PartName="/ppt/slideMasters/slideMaster4.xml" ContentType="application/vnd.openxmlformats-officedocument.presentationml.slideMaster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theme/theme6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94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3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5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  <p:sldMasterId id="2147483650" r:id="rId3"/>
    <p:sldMasterId id="2147483651" r:id="rId4"/>
    <p:sldMasterId id="2147483652" r:id="rId5"/>
    <p:sldMasterId id="2147483653" r:id="rId6"/>
    <p:sldMasterId id="2147483654" r:id="rId7"/>
    <p:sldMasterId id="2147483655" r:id="rId8"/>
    <p:sldMasterId id="2147483656" r:id="rId9"/>
    <p:sldMasterId id="2147483657" r:id="rId10"/>
    <p:sldMasterId id="2147483658" r:id="rId11"/>
    <p:sldMasterId id="2147483659" r:id="rId12"/>
    <p:sldMasterId id="2147483660" r:id="rId13"/>
    <p:sldMasterId id="2147483661" r:id="rId14"/>
    <p:sldMasterId id="2147483662" r:id="rId15"/>
    <p:sldMasterId id="2147483663" r:id="rId16"/>
    <p:sldMasterId id="2147483664" r:id="rId17"/>
    <p:sldMasterId id="2147483665" r:id="rId18"/>
  </p:sldMasterIdLst>
  <p:sldIdLst>
    <p:sldId id="256" r:id="rId19"/>
    <p:sldId id="257" r:id="rId20"/>
    <p:sldId id="258" r:id="rId21"/>
    <p:sldId id="259" r:id="rId22"/>
    <p:sldId id="260" r:id="rId23"/>
    <p:sldId id="273" r:id="rId24"/>
    <p:sldId id="261" r:id="rId25"/>
    <p:sldId id="262" r:id="rId26"/>
    <p:sldId id="263" r:id="rId27"/>
    <p:sldId id="264" r:id="rId28"/>
    <p:sldId id="265" r:id="rId29"/>
    <p:sldId id="266" r:id="rId30"/>
    <p:sldId id="267" r:id="rId31"/>
    <p:sldId id="268" r:id="rId32"/>
    <p:sldId id="269" r:id="rId33"/>
    <p:sldId id="270" r:id="rId34"/>
    <p:sldId id="271" r:id="rId35"/>
    <p:sldId id="274" r:id="rId36"/>
    <p:sldId id="276" r:id="rId37"/>
    <p:sldId id="277" r:id="rId38"/>
    <p:sldId id="278" r:id="rId39"/>
    <p:sldId id="272" r:id="rId40"/>
  </p:sldIdLst>
  <p:sldSz cx="10080625" cy="7559675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3000" kern="1200">
        <a:solidFill>
          <a:srgbClr val="3F3F3F"/>
        </a:solidFill>
        <a:latin typeface="Palatino" charset="0"/>
        <a:ea typeface="ヒラギノ明朝 ProN W3" charset="0"/>
        <a:cs typeface="ヒラギノ明朝 ProN W3" charset="0"/>
        <a:sym typeface="Palatino" charset="0"/>
      </a:defRPr>
    </a:lvl1pPr>
    <a:lvl2pPr marL="457200" algn="ctr" rtl="0" fontAlgn="base">
      <a:spcBef>
        <a:spcPct val="0"/>
      </a:spcBef>
      <a:spcAft>
        <a:spcPct val="0"/>
      </a:spcAft>
      <a:defRPr sz="3000" kern="1200">
        <a:solidFill>
          <a:srgbClr val="3F3F3F"/>
        </a:solidFill>
        <a:latin typeface="Palatino" charset="0"/>
        <a:ea typeface="ヒラギノ明朝 ProN W3" charset="0"/>
        <a:cs typeface="ヒラギノ明朝 ProN W3" charset="0"/>
        <a:sym typeface="Palatino" charset="0"/>
      </a:defRPr>
    </a:lvl2pPr>
    <a:lvl3pPr marL="914400" algn="ctr" rtl="0" fontAlgn="base">
      <a:spcBef>
        <a:spcPct val="0"/>
      </a:spcBef>
      <a:spcAft>
        <a:spcPct val="0"/>
      </a:spcAft>
      <a:defRPr sz="3000" kern="1200">
        <a:solidFill>
          <a:srgbClr val="3F3F3F"/>
        </a:solidFill>
        <a:latin typeface="Palatino" charset="0"/>
        <a:ea typeface="ヒラギノ明朝 ProN W3" charset="0"/>
        <a:cs typeface="ヒラギノ明朝 ProN W3" charset="0"/>
        <a:sym typeface="Palatino" charset="0"/>
      </a:defRPr>
    </a:lvl3pPr>
    <a:lvl4pPr marL="1371600" algn="ctr" rtl="0" fontAlgn="base">
      <a:spcBef>
        <a:spcPct val="0"/>
      </a:spcBef>
      <a:spcAft>
        <a:spcPct val="0"/>
      </a:spcAft>
      <a:defRPr sz="3000" kern="1200">
        <a:solidFill>
          <a:srgbClr val="3F3F3F"/>
        </a:solidFill>
        <a:latin typeface="Palatino" charset="0"/>
        <a:ea typeface="ヒラギノ明朝 ProN W3" charset="0"/>
        <a:cs typeface="ヒラギノ明朝 ProN W3" charset="0"/>
        <a:sym typeface="Palatino" charset="0"/>
      </a:defRPr>
    </a:lvl4pPr>
    <a:lvl5pPr marL="1828800" algn="ctr" rtl="0" fontAlgn="base">
      <a:spcBef>
        <a:spcPct val="0"/>
      </a:spcBef>
      <a:spcAft>
        <a:spcPct val="0"/>
      </a:spcAft>
      <a:defRPr sz="3000" kern="1200">
        <a:solidFill>
          <a:srgbClr val="3F3F3F"/>
        </a:solidFill>
        <a:latin typeface="Palatino" charset="0"/>
        <a:ea typeface="ヒラギノ明朝 ProN W3" charset="0"/>
        <a:cs typeface="ヒラギノ明朝 ProN W3" charset="0"/>
        <a:sym typeface="Palatino" charset="0"/>
      </a:defRPr>
    </a:lvl5pPr>
    <a:lvl6pPr marL="2286000" algn="l" defTabSz="914400" rtl="0" eaLnBrk="1" latinLnBrk="0" hangingPunct="1">
      <a:defRPr sz="3000" kern="1200">
        <a:solidFill>
          <a:srgbClr val="3F3F3F"/>
        </a:solidFill>
        <a:latin typeface="Palatino" charset="0"/>
        <a:ea typeface="ヒラギノ明朝 ProN W3" charset="0"/>
        <a:cs typeface="ヒラギノ明朝 ProN W3" charset="0"/>
        <a:sym typeface="Palatino" charset="0"/>
      </a:defRPr>
    </a:lvl6pPr>
    <a:lvl7pPr marL="2743200" algn="l" defTabSz="914400" rtl="0" eaLnBrk="1" latinLnBrk="0" hangingPunct="1">
      <a:defRPr sz="3000" kern="1200">
        <a:solidFill>
          <a:srgbClr val="3F3F3F"/>
        </a:solidFill>
        <a:latin typeface="Palatino" charset="0"/>
        <a:ea typeface="ヒラギノ明朝 ProN W3" charset="0"/>
        <a:cs typeface="ヒラギノ明朝 ProN W3" charset="0"/>
        <a:sym typeface="Palatino" charset="0"/>
      </a:defRPr>
    </a:lvl7pPr>
    <a:lvl8pPr marL="3200400" algn="l" defTabSz="914400" rtl="0" eaLnBrk="1" latinLnBrk="0" hangingPunct="1">
      <a:defRPr sz="3000" kern="1200">
        <a:solidFill>
          <a:srgbClr val="3F3F3F"/>
        </a:solidFill>
        <a:latin typeface="Palatino" charset="0"/>
        <a:ea typeface="ヒラギノ明朝 ProN W3" charset="0"/>
        <a:cs typeface="ヒラギノ明朝 ProN W3" charset="0"/>
        <a:sym typeface="Palatino" charset="0"/>
      </a:defRPr>
    </a:lvl8pPr>
    <a:lvl9pPr marL="3657600" algn="l" defTabSz="914400" rtl="0" eaLnBrk="1" latinLnBrk="0" hangingPunct="1">
      <a:defRPr sz="3000" kern="1200">
        <a:solidFill>
          <a:srgbClr val="3F3F3F"/>
        </a:solidFill>
        <a:latin typeface="Palatino" charset="0"/>
        <a:ea typeface="ヒラギノ明朝 ProN W3" charset="0"/>
        <a:cs typeface="ヒラギノ明朝 ProN W3" charset="0"/>
        <a:sym typeface="Palatino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086" y="-96"/>
      </p:cViewPr>
      <p:guideLst>
        <p:guide orient="horz" pos="2381"/>
        <p:guide pos="317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" Target="slides/slide8.xml"/><Relationship Id="rId39" Type="http://schemas.openxmlformats.org/officeDocument/2006/relationships/slide" Target="slides/slide2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3.xml"/><Relationship Id="rId34" Type="http://schemas.openxmlformats.org/officeDocument/2006/relationships/slide" Target="slides/slide16.xml"/><Relationship Id="rId42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7.xml"/><Relationship Id="rId33" Type="http://schemas.openxmlformats.org/officeDocument/2006/relationships/slide" Target="slides/slide15.xml"/><Relationship Id="rId38" Type="http://schemas.openxmlformats.org/officeDocument/2006/relationships/slide" Target="slides/slide20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2.xml"/><Relationship Id="rId29" Type="http://schemas.openxmlformats.org/officeDocument/2006/relationships/slide" Target="slides/slide11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6.xml"/><Relationship Id="rId32" Type="http://schemas.openxmlformats.org/officeDocument/2006/relationships/slide" Target="slides/slide14.xml"/><Relationship Id="rId37" Type="http://schemas.openxmlformats.org/officeDocument/2006/relationships/slide" Target="slides/slide19.xml"/><Relationship Id="rId40" Type="http://schemas.openxmlformats.org/officeDocument/2006/relationships/slide" Target="slides/slide22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5.xml"/><Relationship Id="rId28" Type="http://schemas.openxmlformats.org/officeDocument/2006/relationships/slide" Target="slides/slide10.xml"/><Relationship Id="rId36" Type="http://schemas.openxmlformats.org/officeDocument/2006/relationships/slide" Target="slides/slide18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1.xml"/><Relationship Id="rId31" Type="http://schemas.openxmlformats.org/officeDocument/2006/relationships/slide" Target="slides/slide13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4.xml"/><Relationship Id="rId27" Type="http://schemas.openxmlformats.org/officeDocument/2006/relationships/slide" Target="slides/slide9.xml"/><Relationship Id="rId30" Type="http://schemas.openxmlformats.org/officeDocument/2006/relationships/slide" Target="slides/slide12.xml"/><Relationship Id="rId35" Type="http://schemas.openxmlformats.org/officeDocument/2006/relationships/slide" Target="slides/slide17.xml"/><Relationship Id="rId4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755650" y="2347913"/>
            <a:ext cx="8569325" cy="162083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96925" y="4857750"/>
            <a:ext cx="8567738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96925" y="3203575"/>
            <a:ext cx="8567738" cy="16541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977900" y="2032000"/>
            <a:ext cx="398145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111750" y="2032000"/>
            <a:ext cx="398145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04825" y="1692275"/>
            <a:ext cx="445293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04825" y="2397125"/>
            <a:ext cx="4452938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5121275" y="1692275"/>
            <a:ext cx="4456113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5121275" y="2397125"/>
            <a:ext cx="4456113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4825" y="301625"/>
            <a:ext cx="3316288" cy="127952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941763" y="301625"/>
            <a:ext cx="5635625" cy="6451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504825" y="1581150"/>
            <a:ext cx="3316288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976438" y="5291138"/>
            <a:ext cx="6048375" cy="62547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976438" y="674688"/>
            <a:ext cx="6048375" cy="4537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976438" y="5916613"/>
            <a:ext cx="6048375" cy="8874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7064375" y="203200"/>
            <a:ext cx="2028825" cy="6705600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977900" y="203200"/>
            <a:ext cx="5934075" cy="670560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755650" y="2347913"/>
            <a:ext cx="8569325" cy="1620837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96925" y="4857750"/>
            <a:ext cx="8567738" cy="15017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96925" y="3203575"/>
            <a:ext cx="8567738" cy="16541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977900" y="609600"/>
            <a:ext cx="3981450" cy="6337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111750" y="609600"/>
            <a:ext cx="3981450" cy="6337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04825" y="1692275"/>
            <a:ext cx="445293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04825" y="2397125"/>
            <a:ext cx="4452938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5121275" y="1692275"/>
            <a:ext cx="4456113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5121275" y="2397125"/>
            <a:ext cx="4456113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4825" y="301625"/>
            <a:ext cx="3316288" cy="127952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941763" y="301625"/>
            <a:ext cx="5635625" cy="6451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504825" y="1581150"/>
            <a:ext cx="3316288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976438" y="5291138"/>
            <a:ext cx="6048375" cy="6254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976438" y="674688"/>
            <a:ext cx="6048375" cy="4537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976438" y="5916613"/>
            <a:ext cx="6048375" cy="8874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7310438" y="303213"/>
            <a:ext cx="2266950" cy="6643687"/>
          </a:xfrm>
          <a:prstGeom prst="rect">
            <a:avLst/>
          </a:prstGeo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504825" y="303213"/>
            <a:ext cx="6653213" cy="6643687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755650" y="2347913"/>
            <a:ext cx="8569325" cy="162083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96925" y="4857750"/>
            <a:ext cx="8567738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96925" y="3203575"/>
            <a:ext cx="8567738" cy="16541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977900" y="3898900"/>
            <a:ext cx="3981450" cy="83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111750" y="3898900"/>
            <a:ext cx="3981450" cy="83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04825" y="1692275"/>
            <a:ext cx="445293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04825" y="2397125"/>
            <a:ext cx="4452938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5121275" y="1692275"/>
            <a:ext cx="4456113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5121275" y="2397125"/>
            <a:ext cx="4456113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4825" y="301625"/>
            <a:ext cx="3316288" cy="127952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941763" y="301625"/>
            <a:ext cx="5635625" cy="6451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504825" y="1581150"/>
            <a:ext cx="3316288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976438" y="5291138"/>
            <a:ext cx="6048375" cy="62547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976438" y="674688"/>
            <a:ext cx="6048375" cy="4537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976438" y="5916613"/>
            <a:ext cx="6048375" cy="8874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7064375" y="1587500"/>
            <a:ext cx="2028825" cy="3149600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977900" y="1587500"/>
            <a:ext cx="5934075" cy="314960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755650" y="2347913"/>
            <a:ext cx="8569325" cy="162083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96925" y="4857750"/>
            <a:ext cx="8567738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96925" y="3203575"/>
            <a:ext cx="8567738" cy="16541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95300" y="3721100"/>
            <a:ext cx="2197100" cy="2552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2844800" y="3721100"/>
            <a:ext cx="2197100" cy="2552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04825" y="1692275"/>
            <a:ext cx="445293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04825" y="2397125"/>
            <a:ext cx="4452938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5121275" y="1692275"/>
            <a:ext cx="4456113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5121275" y="2397125"/>
            <a:ext cx="4456113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4825" y="301625"/>
            <a:ext cx="3316288" cy="127952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941763" y="301625"/>
            <a:ext cx="5635625" cy="6451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504825" y="1581150"/>
            <a:ext cx="3316288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976438" y="5291138"/>
            <a:ext cx="6048375" cy="62547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976438" y="674688"/>
            <a:ext cx="6048375" cy="4537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976438" y="5916613"/>
            <a:ext cx="6048375" cy="8874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3905250" y="1092200"/>
            <a:ext cx="1136650" cy="5181600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95300" y="1092200"/>
            <a:ext cx="3257550" cy="518160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755650" y="2347913"/>
            <a:ext cx="8569325" cy="162083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96925" y="4857750"/>
            <a:ext cx="8567738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96925" y="3203575"/>
            <a:ext cx="8567738" cy="16541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800600" y="3721100"/>
            <a:ext cx="2197100" cy="2552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7150100" y="3721100"/>
            <a:ext cx="2197100" cy="2552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04825" y="1692275"/>
            <a:ext cx="445293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04825" y="2397125"/>
            <a:ext cx="4452938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5121275" y="1692275"/>
            <a:ext cx="4456113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5121275" y="2397125"/>
            <a:ext cx="4456113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4825" y="301625"/>
            <a:ext cx="3316288" cy="127952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941763" y="301625"/>
            <a:ext cx="5635625" cy="6451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504825" y="1581150"/>
            <a:ext cx="3316288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976438" y="5291138"/>
            <a:ext cx="6048375" cy="62547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976438" y="674688"/>
            <a:ext cx="6048375" cy="4537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976438" y="5916613"/>
            <a:ext cx="6048375" cy="8874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  <p:transition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210550" y="1092200"/>
            <a:ext cx="1136650" cy="5181600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800600" y="1092200"/>
            <a:ext cx="3257550" cy="518160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755650" y="2347913"/>
            <a:ext cx="8569325" cy="162083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04825" y="1763713"/>
            <a:ext cx="9072563" cy="49895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96925" y="4857750"/>
            <a:ext cx="8567738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96925" y="3203575"/>
            <a:ext cx="8567738" cy="16541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  <p:transition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504825" y="1763713"/>
            <a:ext cx="4459288" cy="498951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116513" y="1763713"/>
            <a:ext cx="4460875" cy="498951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04825" y="1692275"/>
            <a:ext cx="4452938" cy="7048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04825" y="2397125"/>
            <a:ext cx="4452938" cy="43561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5121275" y="1692275"/>
            <a:ext cx="4456113" cy="7048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5121275" y="2397125"/>
            <a:ext cx="4456113" cy="43561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4825" y="301625"/>
            <a:ext cx="3316288" cy="12795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941763" y="301625"/>
            <a:ext cx="5635625" cy="645160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504825" y="1581150"/>
            <a:ext cx="3316288" cy="5172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  <p:transition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976438" y="5291138"/>
            <a:ext cx="60483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976438" y="674688"/>
            <a:ext cx="6048375" cy="4537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976438" y="5916613"/>
            <a:ext cx="6048375" cy="887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  <p:transition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504825" y="1763713"/>
            <a:ext cx="9072563" cy="49895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7310438" y="1763713"/>
            <a:ext cx="2266950" cy="5018087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504825" y="1763713"/>
            <a:ext cx="6653213" cy="50180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755650" y="2347913"/>
            <a:ext cx="8569325" cy="162083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04825" y="1763713"/>
            <a:ext cx="9072563" cy="49895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96925" y="4857750"/>
            <a:ext cx="8567738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96925" y="3203575"/>
            <a:ext cx="8567738" cy="16541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  <p:transition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504825" y="1763713"/>
            <a:ext cx="4459288" cy="498951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116513" y="1763713"/>
            <a:ext cx="4460875" cy="498951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04825" y="1692275"/>
            <a:ext cx="4452938" cy="7048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04825" y="2397125"/>
            <a:ext cx="4452938" cy="43561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5121275" y="1692275"/>
            <a:ext cx="4456113" cy="7048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5121275" y="2397125"/>
            <a:ext cx="4456113" cy="43561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4825" y="301625"/>
            <a:ext cx="3316288" cy="12795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941763" y="301625"/>
            <a:ext cx="5635625" cy="645160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504825" y="1581150"/>
            <a:ext cx="3316288" cy="5172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  <p:transition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976438" y="5291138"/>
            <a:ext cx="60483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976438" y="674688"/>
            <a:ext cx="6048375" cy="4537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976438" y="5916613"/>
            <a:ext cx="6048375" cy="887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  <p:transition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504825" y="1763713"/>
            <a:ext cx="9072563" cy="49895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7310438" y="1763713"/>
            <a:ext cx="2266950" cy="4989512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504825" y="1763713"/>
            <a:ext cx="6653213" cy="49895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755650" y="2347913"/>
            <a:ext cx="8569325" cy="162083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04825" y="1763713"/>
            <a:ext cx="9072563" cy="49895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96925" y="4857750"/>
            <a:ext cx="8567738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96925" y="3203575"/>
            <a:ext cx="8567738" cy="16541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  <p:transition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504825" y="1763713"/>
            <a:ext cx="4459288" cy="498951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116513" y="1763713"/>
            <a:ext cx="4460875" cy="498951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04825" y="1692275"/>
            <a:ext cx="4452938" cy="7048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04825" y="2397125"/>
            <a:ext cx="4452938" cy="43561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5121275" y="1692275"/>
            <a:ext cx="4456113" cy="7048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5121275" y="2397125"/>
            <a:ext cx="4456113" cy="43561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4825" y="301625"/>
            <a:ext cx="3316288" cy="127952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941763" y="301625"/>
            <a:ext cx="5635625" cy="645160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504825" y="1581150"/>
            <a:ext cx="3316288" cy="5172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  <p:transition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976438" y="5291138"/>
            <a:ext cx="6048375" cy="62547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976438" y="674688"/>
            <a:ext cx="6048375" cy="4537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976438" y="5916613"/>
            <a:ext cx="6048375" cy="887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  <p:transition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504825" y="1763713"/>
            <a:ext cx="9072563" cy="49895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7310438" y="203200"/>
            <a:ext cx="2266950" cy="65500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504825" y="203200"/>
            <a:ext cx="6653213" cy="65500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755650" y="2347913"/>
            <a:ext cx="8569325" cy="1620837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04825" y="1763713"/>
            <a:ext cx="9072563" cy="49895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96925" y="4857750"/>
            <a:ext cx="8567738" cy="15017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96925" y="3203575"/>
            <a:ext cx="8567738" cy="16541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  <p:transition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504825" y="1763713"/>
            <a:ext cx="4459288" cy="498951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116513" y="1763713"/>
            <a:ext cx="4460875" cy="498951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04825" y="1692275"/>
            <a:ext cx="4452938" cy="7048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04825" y="2397125"/>
            <a:ext cx="4452938" cy="43561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5121275" y="1692275"/>
            <a:ext cx="4456113" cy="7048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5121275" y="2397125"/>
            <a:ext cx="4456113" cy="43561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4825" y="301625"/>
            <a:ext cx="3316288" cy="127952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941763" y="301625"/>
            <a:ext cx="5635625" cy="645160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504825" y="1581150"/>
            <a:ext cx="3316288" cy="5172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  <p:transition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976438" y="5291138"/>
            <a:ext cx="6048375" cy="6254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976438" y="674688"/>
            <a:ext cx="6048375" cy="4537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976438" y="5916613"/>
            <a:ext cx="6048375" cy="887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  <p:transition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504825" y="1763713"/>
            <a:ext cx="9072563" cy="49895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7310438" y="303213"/>
            <a:ext cx="2266950" cy="6450012"/>
          </a:xfrm>
          <a:prstGeom prst="rect">
            <a:avLst/>
          </a:prstGeo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504825" y="303213"/>
            <a:ext cx="6653213" cy="64500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755650" y="2347913"/>
            <a:ext cx="8569325" cy="162083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96925" y="4857750"/>
            <a:ext cx="8567738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96925" y="3203575"/>
            <a:ext cx="8567738" cy="16541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  <p:transition/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977900" y="2032000"/>
            <a:ext cx="18796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3009900" y="2032000"/>
            <a:ext cx="18796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04825" y="1692275"/>
            <a:ext cx="445293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04825" y="2397125"/>
            <a:ext cx="4452938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5121275" y="1692275"/>
            <a:ext cx="4456113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5121275" y="2397125"/>
            <a:ext cx="4456113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4825" y="301625"/>
            <a:ext cx="3316288" cy="127952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941763" y="301625"/>
            <a:ext cx="5635625" cy="6451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504825" y="1581150"/>
            <a:ext cx="3316288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  <p:transition/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976438" y="5291138"/>
            <a:ext cx="6048375" cy="62547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976438" y="674688"/>
            <a:ext cx="6048375" cy="4537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976438" y="5916613"/>
            <a:ext cx="6048375" cy="8874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  <p:transition/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7064375" y="203200"/>
            <a:ext cx="2028825" cy="6705600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977900" y="203200"/>
            <a:ext cx="5934075" cy="670560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755650" y="2347913"/>
            <a:ext cx="8569325" cy="162083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96925" y="4857750"/>
            <a:ext cx="8567738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96925" y="3203575"/>
            <a:ext cx="8567738" cy="16541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  <p:transition/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977900" y="2032000"/>
            <a:ext cx="398145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111750" y="2032000"/>
            <a:ext cx="398145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04825" y="1692275"/>
            <a:ext cx="445293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04825" y="2397125"/>
            <a:ext cx="4452938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5121275" y="1692275"/>
            <a:ext cx="4456113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5121275" y="2397125"/>
            <a:ext cx="4456113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4825" y="301625"/>
            <a:ext cx="3316288" cy="127952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941763" y="301625"/>
            <a:ext cx="5635625" cy="6451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504825" y="1581150"/>
            <a:ext cx="3316288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  <p:transition/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976438" y="5291138"/>
            <a:ext cx="6048375" cy="62547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976438" y="674688"/>
            <a:ext cx="6048375" cy="4537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976438" y="5916613"/>
            <a:ext cx="6048375" cy="8874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  <p:transition/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7064375" y="203200"/>
            <a:ext cx="2028825" cy="6705600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977900" y="203200"/>
            <a:ext cx="5934075" cy="670560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755650" y="2347913"/>
            <a:ext cx="8569325" cy="162083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96925" y="4857750"/>
            <a:ext cx="8567738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96925" y="3203575"/>
            <a:ext cx="8567738" cy="16541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  <p:transition/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977900" y="2032000"/>
            <a:ext cx="18796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3009900" y="2032000"/>
            <a:ext cx="18796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04825" y="1692275"/>
            <a:ext cx="445293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04825" y="2397125"/>
            <a:ext cx="4452938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5121275" y="1692275"/>
            <a:ext cx="4456113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5121275" y="2397125"/>
            <a:ext cx="4456113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4825" y="301625"/>
            <a:ext cx="3316288" cy="127952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941763" y="301625"/>
            <a:ext cx="5635625" cy="6451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504825" y="1581150"/>
            <a:ext cx="3316288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  <p:transition/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976438" y="5291138"/>
            <a:ext cx="6048375" cy="62547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976438" y="674688"/>
            <a:ext cx="6048375" cy="4537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976438" y="5916613"/>
            <a:ext cx="6048375" cy="8874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  <p:transition/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7064375" y="203200"/>
            <a:ext cx="2028825" cy="6705600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977900" y="203200"/>
            <a:ext cx="5934075" cy="670560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755650" y="2347913"/>
            <a:ext cx="8569325" cy="162083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96925" y="4857750"/>
            <a:ext cx="8567738" cy="15017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96925" y="3203575"/>
            <a:ext cx="8567738" cy="16541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  <p:transition/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07100" y="6045200"/>
            <a:ext cx="1879600" cy="127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8039100" y="6045200"/>
            <a:ext cx="1879600" cy="127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04825" y="1692275"/>
            <a:ext cx="445293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04825" y="2397125"/>
            <a:ext cx="4452938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5121275" y="1692275"/>
            <a:ext cx="4456113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5121275" y="2397125"/>
            <a:ext cx="4456113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4825" y="301625"/>
            <a:ext cx="3316288" cy="12795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941763" y="301625"/>
            <a:ext cx="5635625" cy="6451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504825" y="1581150"/>
            <a:ext cx="3316288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  <p:transition/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976438" y="5291138"/>
            <a:ext cx="60483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976438" y="674688"/>
            <a:ext cx="6048375" cy="4537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976438" y="5916613"/>
            <a:ext cx="6048375" cy="8874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  <p:transition/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7594600" y="6045200"/>
            <a:ext cx="2324100" cy="1270000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22300" y="6045200"/>
            <a:ext cx="6819900" cy="127000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755650" y="2347913"/>
            <a:ext cx="8569325" cy="162083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96925" y="4857750"/>
            <a:ext cx="8567738" cy="15017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96925" y="3203575"/>
            <a:ext cx="8567738" cy="1654175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  <p:transition/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5588000" y="5778500"/>
            <a:ext cx="2127250" cy="127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7867650" y="5778500"/>
            <a:ext cx="2127250" cy="127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04825" y="1692275"/>
            <a:ext cx="4452938" cy="704850"/>
          </a:xfrm>
        </p:spPr>
        <p:txBody>
          <a:bodyPr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04825" y="2397125"/>
            <a:ext cx="4452938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5121275" y="1692275"/>
            <a:ext cx="4456113" cy="704850"/>
          </a:xfrm>
        </p:spPr>
        <p:txBody>
          <a:bodyPr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5121275" y="2397125"/>
            <a:ext cx="4456113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4825" y="301625"/>
            <a:ext cx="3316288" cy="12795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941763" y="301625"/>
            <a:ext cx="5635625" cy="6451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504825" y="1581150"/>
            <a:ext cx="3316288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  <p:transition/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976438" y="5291138"/>
            <a:ext cx="60483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976438" y="674688"/>
            <a:ext cx="6048375" cy="4537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976438" y="5916613"/>
            <a:ext cx="6048375" cy="8874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  <p:transition/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93175" y="546100"/>
            <a:ext cx="1101725" cy="6502400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5588000" y="546100"/>
            <a:ext cx="3152775" cy="650240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755650" y="2347913"/>
            <a:ext cx="8569325" cy="162083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96925" y="4857750"/>
            <a:ext cx="8567738" cy="15017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96925" y="3203575"/>
            <a:ext cx="8567738" cy="16541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  <p:transition/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07100" y="6045200"/>
            <a:ext cx="1879600" cy="127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8039100" y="6045200"/>
            <a:ext cx="1879600" cy="127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04825" y="1692275"/>
            <a:ext cx="445293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04825" y="2397125"/>
            <a:ext cx="4452938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5121275" y="1692275"/>
            <a:ext cx="4456113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5121275" y="2397125"/>
            <a:ext cx="4456113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4825" y="301625"/>
            <a:ext cx="3316288" cy="12795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941763" y="301625"/>
            <a:ext cx="5635625" cy="6451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504825" y="1581150"/>
            <a:ext cx="3316288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  <p:transition/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976438" y="5291138"/>
            <a:ext cx="60483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976438" y="674688"/>
            <a:ext cx="6048375" cy="4537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976438" y="5916613"/>
            <a:ext cx="6048375" cy="8874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  <p:transition/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7594600" y="6045200"/>
            <a:ext cx="2324100" cy="1270000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22300" y="6045200"/>
            <a:ext cx="6819900" cy="127000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755650" y="2347913"/>
            <a:ext cx="8569325" cy="1620837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04825" y="1763713"/>
            <a:ext cx="9072563" cy="49895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96925" y="4857750"/>
            <a:ext cx="8567738" cy="15017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96925" y="3203575"/>
            <a:ext cx="8567738" cy="16541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  <p:transition/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504825" y="1763713"/>
            <a:ext cx="4459288" cy="498951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116513" y="1763713"/>
            <a:ext cx="4460875" cy="498951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04825" y="1692275"/>
            <a:ext cx="4452938" cy="7048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04825" y="2397125"/>
            <a:ext cx="4452938" cy="43561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5121275" y="1692275"/>
            <a:ext cx="4456113" cy="7048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5121275" y="2397125"/>
            <a:ext cx="4456113" cy="43561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4825" y="301625"/>
            <a:ext cx="3316288" cy="127952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941763" y="301625"/>
            <a:ext cx="5635625" cy="645160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504825" y="1581150"/>
            <a:ext cx="3316288" cy="5172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  <p:transition/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976438" y="5291138"/>
            <a:ext cx="6048375" cy="6254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976438" y="674688"/>
            <a:ext cx="6048375" cy="4537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976438" y="5916613"/>
            <a:ext cx="6048375" cy="887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  <p:transition/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504825" y="1763713"/>
            <a:ext cx="9072563" cy="49895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7310438" y="303213"/>
            <a:ext cx="2266950" cy="6450012"/>
          </a:xfrm>
          <a:prstGeom prst="rect">
            <a:avLst/>
          </a:prstGeo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504825" y="303213"/>
            <a:ext cx="6653213" cy="64500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755650" y="2347913"/>
            <a:ext cx="8569325" cy="1620837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04825" y="1763713"/>
            <a:ext cx="9072563" cy="49895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96925" y="4857750"/>
            <a:ext cx="8567738" cy="15017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96925" y="3203575"/>
            <a:ext cx="8567738" cy="16541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  <p:transition/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504825" y="1763713"/>
            <a:ext cx="4459288" cy="498951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116513" y="1763713"/>
            <a:ext cx="4460875" cy="498951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04825" y="1692275"/>
            <a:ext cx="4452938" cy="7048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04825" y="2397125"/>
            <a:ext cx="4452938" cy="43561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5121275" y="1692275"/>
            <a:ext cx="4456113" cy="7048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5121275" y="2397125"/>
            <a:ext cx="4456113" cy="43561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4825" y="301625"/>
            <a:ext cx="3316288" cy="127952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941763" y="301625"/>
            <a:ext cx="5635625" cy="645160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504825" y="1581150"/>
            <a:ext cx="3316288" cy="5172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  <p:transition/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976438" y="5291138"/>
            <a:ext cx="6048375" cy="6254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976438" y="674688"/>
            <a:ext cx="6048375" cy="4537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976438" y="5916613"/>
            <a:ext cx="6048375" cy="887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  <p:transition/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504825" y="1763713"/>
            <a:ext cx="9072563" cy="49895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7310438" y="303213"/>
            <a:ext cx="2266950" cy="6450012"/>
          </a:xfrm>
          <a:prstGeom prst="rect">
            <a:avLst/>
          </a:prstGeo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504825" y="303213"/>
            <a:ext cx="6653213" cy="64500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755650" y="2347913"/>
            <a:ext cx="8569325" cy="162083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96925" y="4857750"/>
            <a:ext cx="8567738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96925" y="3203575"/>
            <a:ext cx="8567738" cy="16541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  <p:transition/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19800" y="2032000"/>
            <a:ext cx="14605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7632700" y="2032000"/>
            <a:ext cx="14605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04825" y="1692275"/>
            <a:ext cx="445293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04825" y="2397125"/>
            <a:ext cx="4452938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5121275" y="1692275"/>
            <a:ext cx="4456113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5121275" y="2397125"/>
            <a:ext cx="4456113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4825" y="301625"/>
            <a:ext cx="3316288" cy="127952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941763" y="301625"/>
            <a:ext cx="5635625" cy="6451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504825" y="1581150"/>
            <a:ext cx="3316288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  <p:transition/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976438" y="5291138"/>
            <a:ext cx="6048375" cy="62547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976438" y="674688"/>
            <a:ext cx="6048375" cy="4537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976438" y="5916613"/>
            <a:ext cx="6048375" cy="8874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  <p:transition/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7064375" y="203200"/>
            <a:ext cx="2028825" cy="6705600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977900" y="203200"/>
            <a:ext cx="5934075" cy="670560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7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21.xml"/><Relationship Id="rId5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9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24.xml"/><Relationship Id="rId7" Type="http://schemas.openxmlformats.org/officeDocument/2006/relationships/slideLayout" Target="../slideLayouts/slideLayout128.xml"/><Relationship Id="rId12" Type="http://schemas.openxmlformats.org/officeDocument/2006/relationships/theme" Target="../theme/theme12.xml"/><Relationship Id="rId2" Type="http://schemas.openxmlformats.org/officeDocument/2006/relationships/slideLayout" Target="../slideLayouts/slideLayout123.xml"/><Relationship Id="rId1" Type="http://schemas.openxmlformats.org/officeDocument/2006/relationships/slideLayout" Target="../slideLayouts/slideLayout122.xml"/><Relationship Id="rId6" Type="http://schemas.openxmlformats.org/officeDocument/2006/relationships/slideLayout" Target="../slideLayouts/slideLayout127.xml"/><Relationship Id="rId11" Type="http://schemas.openxmlformats.org/officeDocument/2006/relationships/slideLayout" Target="../slideLayouts/slideLayout132.xml"/><Relationship Id="rId5" Type="http://schemas.openxmlformats.org/officeDocument/2006/relationships/slideLayout" Target="../slideLayouts/slideLayout126.xml"/><Relationship Id="rId10" Type="http://schemas.openxmlformats.org/officeDocument/2006/relationships/slideLayout" Target="../slideLayouts/slideLayout131.xml"/><Relationship Id="rId4" Type="http://schemas.openxmlformats.org/officeDocument/2006/relationships/slideLayout" Target="../slideLayouts/slideLayout125.xml"/><Relationship Id="rId9" Type="http://schemas.openxmlformats.org/officeDocument/2006/relationships/slideLayout" Target="../slideLayouts/slideLayout130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0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35.xml"/><Relationship Id="rId7" Type="http://schemas.openxmlformats.org/officeDocument/2006/relationships/slideLayout" Target="../slideLayouts/slideLayout139.xml"/><Relationship Id="rId12" Type="http://schemas.openxmlformats.org/officeDocument/2006/relationships/theme" Target="../theme/theme13.xml"/><Relationship Id="rId2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33.xml"/><Relationship Id="rId6" Type="http://schemas.openxmlformats.org/officeDocument/2006/relationships/slideLayout" Target="../slideLayouts/slideLayout138.xml"/><Relationship Id="rId11" Type="http://schemas.openxmlformats.org/officeDocument/2006/relationships/slideLayout" Target="../slideLayouts/slideLayout143.xml"/><Relationship Id="rId5" Type="http://schemas.openxmlformats.org/officeDocument/2006/relationships/slideLayout" Target="../slideLayouts/slideLayout137.xml"/><Relationship Id="rId10" Type="http://schemas.openxmlformats.org/officeDocument/2006/relationships/slideLayout" Target="../slideLayouts/slideLayout142.xml"/><Relationship Id="rId4" Type="http://schemas.openxmlformats.org/officeDocument/2006/relationships/slideLayout" Target="../slideLayouts/slideLayout136.xml"/><Relationship Id="rId9" Type="http://schemas.openxmlformats.org/officeDocument/2006/relationships/slideLayout" Target="../slideLayouts/slideLayout141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1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46.xml"/><Relationship Id="rId7" Type="http://schemas.openxmlformats.org/officeDocument/2006/relationships/slideLayout" Target="../slideLayouts/slideLayout150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145.xml"/><Relationship Id="rId1" Type="http://schemas.openxmlformats.org/officeDocument/2006/relationships/slideLayout" Target="../slideLayouts/slideLayout144.xml"/><Relationship Id="rId6" Type="http://schemas.openxmlformats.org/officeDocument/2006/relationships/slideLayout" Target="../slideLayouts/slideLayout149.xml"/><Relationship Id="rId11" Type="http://schemas.openxmlformats.org/officeDocument/2006/relationships/slideLayout" Target="../slideLayouts/slideLayout154.xml"/><Relationship Id="rId5" Type="http://schemas.openxmlformats.org/officeDocument/2006/relationships/slideLayout" Target="../slideLayouts/slideLayout148.xml"/><Relationship Id="rId10" Type="http://schemas.openxmlformats.org/officeDocument/2006/relationships/slideLayout" Target="../slideLayouts/slideLayout153.xml"/><Relationship Id="rId4" Type="http://schemas.openxmlformats.org/officeDocument/2006/relationships/slideLayout" Target="../slideLayouts/slideLayout147.xml"/><Relationship Id="rId9" Type="http://schemas.openxmlformats.org/officeDocument/2006/relationships/slideLayout" Target="../slideLayouts/slideLayout152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2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57.xml"/><Relationship Id="rId7" Type="http://schemas.openxmlformats.org/officeDocument/2006/relationships/slideLayout" Target="../slideLayouts/slideLayout161.xml"/><Relationship Id="rId12" Type="http://schemas.openxmlformats.org/officeDocument/2006/relationships/theme" Target="../theme/theme15.xml"/><Relationship Id="rId2" Type="http://schemas.openxmlformats.org/officeDocument/2006/relationships/slideLayout" Target="../slideLayouts/slideLayout156.xml"/><Relationship Id="rId1" Type="http://schemas.openxmlformats.org/officeDocument/2006/relationships/slideLayout" Target="../slideLayouts/slideLayout155.xml"/><Relationship Id="rId6" Type="http://schemas.openxmlformats.org/officeDocument/2006/relationships/slideLayout" Target="../slideLayouts/slideLayout160.xml"/><Relationship Id="rId11" Type="http://schemas.openxmlformats.org/officeDocument/2006/relationships/slideLayout" Target="../slideLayouts/slideLayout165.xml"/><Relationship Id="rId5" Type="http://schemas.openxmlformats.org/officeDocument/2006/relationships/slideLayout" Target="../slideLayouts/slideLayout159.xml"/><Relationship Id="rId10" Type="http://schemas.openxmlformats.org/officeDocument/2006/relationships/slideLayout" Target="../slideLayouts/slideLayout164.xml"/><Relationship Id="rId4" Type="http://schemas.openxmlformats.org/officeDocument/2006/relationships/slideLayout" Target="../slideLayouts/slideLayout158.xml"/><Relationship Id="rId9" Type="http://schemas.openxmlformats.org/officeDocument/2006/relationships/slideLayout" Target="../slideLayouts/slideLayout163.xml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3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68.xml"/><Relationship Id="rId7" Type="http://schemas.openxmlformats.org/officeDocument/2006/relationships/slideLayout" Target="../slideLayouts/slideLayout172.xml"/><Relationship Id="rId12" Type="http://schemas.openxmlformats.org/officeDocument/2006/relationships/theme" Target="../theme/theme16.xml"/><Relationship Id="rId2" Type="http://schemas.openxmlformats.org/officeDocument/2006/relationships/slideLayout" Target="../slideLayouts/slideLayout167.xml"/><Relationship Id="rId1" Type="http://schemas.openxmlformats.org/officeDocument/2006/relationships/slideLayout" Target="../slideLayouts/slideLayout166.xml"/><Relationship Id="rId6" Type="http://schemas.openxmlformats.org/officeDocument/2006/relationships/slideLayout" Target="../slideLayouts/slideLayout171.xml"/><Relationship Id="rId11" Type="http://schemas.openxmlformats.org/officeDocument/2006/relationships/slideLayout" Target="../slideLayouts/slideLayout176.xml"/><Relationship Id="rId5" Type="http://schemas.openxmlformats.org/officeDocument/2006/relationships/slideLayout" Target="../slideLayouts/slideLayout170.xml"/><Relationship Id="rId10" Type="http://schemas.openxmlformats.org/officeDocument/2006/relationships/slideLayout" Target="../slideLayouts/slideLayout175.xml"/><Relationship Id="rId4" Type="http://schemas.openxmlformats.org/officeDocument/2006/relationships/slideLayout" Target="../slideLayouts/slideLayout169.xml"/><Relationship Id="rId9" Type="http://schemas.openxmlformats.org/officeDocument/2006/relationships/slideLayout" Target="../slideLayouts/slideLayout174.xml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4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79.xml"/><Relationship Id="rId7" Type="http://schemas.openxmlformats.org/officeDocument/2006/relationships/slideLayout" Target="../slideLayouts/slideLayout183.xml"/><Relationship Id="rId12" Type="http://schemas.openxmlformats.org/officeDocument/2006/relationships/theme" Target="../theme/theme17.xml"/><Relationship Id="rId2" Type="http://schemas.openxmlformats.org/officeDocument/2006/relationships/slideLayout" Target="../slideLayouts/slideLayout178.xml"/><Relationship Id="rId1" Type="http://schemas.openxmlformats.org/officeDocument/2006/relationships/slideLayout" Target="../slideLayouts/slideLayout177.xml"/><Relationship Id="rId6" Type="http://schemas.openxmlformats.org/officeDocument/2006/relationships/slideLayout" Target="../slideLayouts/slideLayout182.xml"/><Relationship Id="rId11" Type="http://schemas.openxmlformats.org/officeDocument/2006/relationships/slideLayout" Target="../slideLayouts/slideLayout187.xml"/><Relationship Id="rId5" Type="http://schemas.openxmlformats.org/officeDocument/2006/relationships/slideLayout" Target="../slideLayouts/slideLayout181.xml"/><Relationship Id="rId10" Type="http://schemas.openxmlformats.org/officeDocument/2006/relationships/slideLayout" Target="../slideLayouts/slideLayout186.xml"/><Relationship Id="rId4" Type="http://schemas.openxmlformats.org/officeDocument/2006/relationships/slideLayout" Target="../slideLayouts/slideLayout180.xml"/><Relationship Id="rId9" Type="http://schemas.openxmlformats.org/officeDocument/2006/relationships/slideLayout" Target="../slideLayouts/slideLayout185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5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90.xml"/><Relationship Id="rId7" Type="http://schemas.openxmlformats.org/officeDocument/2006/relationships/slideLayout" Target="../slideLayouts/slideLayout194.xml"/><Relationship Id="rId12" Type="http://schemas.openxmlformats.org/officeDocument/2006/relationships/theme" Target="../theme/theme18.xml"/><Relationship Id="rId2" Type="http://schemas.openxmlformats.org/officeDocument/2006/relationships/slideLayout" Target="../slideLayouts/slideLayout189.xml"/><Relationship Id="rId1" Type="http://schemas.openxmlformats.org/officeDocument/2006/relationships/slideLayout" Target="../slideLayouts/slideLayout188.xml"/><Relationship Id="rId6" Type="http://schemas.openxmlformats.org/officeDocument/2006/relationships/slideLayout" Target="../slideLayouts/slideLayout193.xml"/><Relationship Id="rId11" Type="http://schemas.openxmlformats.org/officeDocument/2006/relationships/slideLayout" Target="../slideLayouts/slideLayout198.xml"/><Relationship Id="rId5" Type="http://schemas.openxmlformats.org/officeDocument/2006/relationships/slideLayout" Target="../slideLayouts/slideLayout192.xml"/><Relationship Id="rId10" Type="http://schemas.openxmlformats.org/officeDocument/2006/relationships/slideLayout" Target="../slideLayouts/slideLayout197.xml"/><Relationship Id="rId4" Type="http://schemas.openxmlformats.org/officeDocument/2006/relationships/slideLayout" Target="../slideLayouts/slideLayout191.xml"/><Relationship Id="rId9" Type="http://schemas.openxmlformats.org/officeDocument/2006/relationships/slideLayout" Target="../slideLayouts/slideLayout19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>
            <p:ph type="title"/>
          </p:nvPr>
        </p:nvSpPr>
        <p:spPr bwMode="auto">
          <a:xfrm>
            <a:off x="977900" y="203200"/>
            <a:ext cx="8115300" cy="1320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Copperplate" charset="0"/>
              </a:rPr>
              <a:t>Click to edit Master title style</a:t>
            </a:r>
          </a:p>
        </p:txBody>
      </p:sp>
      <p:sp>
        <p:nvSpPr>
          <p:cNvPr id="1026" name="Rectangle 2"/>
          <p:cNvSpPr>
            <a:spLocks noChangeArrowheads="1"/>
          </p:cNvSpPr>
          <p:nvPr>
            <p:ph type="body" idx="1"/>
          </p:nvPr>
        </p:nvSpPr>
        <p:spPr bwMode="auto">
          <a:xfrm>
            <a:off x="977900" y="2032000"/>
            <a:ext cx="8115300" cy="4876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Palatino" charset="0"/>
              </a:rPr>
              <a:t>Click to edit Master text styles</a:t>
            </a:r>
          </a:p>
          <a:p>
            <a:pPr lvl="1"/>
            <a:r>
              <a:rPr lang="en-US" smtClean="0">
                <a:sym typeface="Palatino" charset="0"/>
              </a:rPr>
              <a:t>Second level</a:t>
            </a:r>
          </a:p>
          <a:p>
            <a:pPr lvl="2"/>
            <a:r>
              <a:rPr lang="en-US" smtClean="0">
                <a:sym typeface="Palatino" charset="0"/>
              </a:rPr>
              <a:t>Third level</a:t>
            </a:r>
          </a:p>
          <a:p>
            <a:pPr lvl="3"/>
            <a:r>
              <a:rPr lang="en-US" smtClean="0">
                <a:sym typeface="Palatino" charset="0"/>
              </a:rPr>
              <a:t>Fourth level</a:t>
            </a:r>
          </a:p>
          <a:p>
            <a:pPr lvl="4"/>
            <a:r>
              <a:rPr lang="en-US" smtClean="0">
                <a:sym typeface="Palatino" charset="0"/>
              </a:rPr>
              <a:t>Fifth level</a:t>
            </a:r>
          </a:p>
        </p:txBody>
      </p:sp>
      <p:sp>
        <p:nvSpPr>
          <p:cNvPr id="1027" name="Line 3"/>
          <p:cNvSpPr>
            <a:spLocks noChangeShapeType="1"/>
          </p:cNvSpPr>
          <p:nvPr/>
        </p:nvSpPr>
        <p:spPr bwMode="auto">
          <a:xfrm>
            <a:off x="1104900" y="1562100"/>
            <a:ext cx="7878763" cy="0"/>
          </a:xfrm>
          <a:prstGeom prst="line">
            <a:avLst/>
          </a:prstGeom>
          <a:noFill/>
          <a:ln w="12700" cap="flat">
            <a:solidFill>
              <a:srgbClr val="A5A59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12700" algn="ctr" rotWithShape="0">
              <a:schemeClr val="bg2">
                <a:alpha val="81999"/>
              </a:schemeClr>
            </a:outerShdw>
          </a:effectLst>
        </p:spPr>
        <p:txBody>
          <a:bodyPr lIns="0" tIns="0" rIns="0" bIns="0"/>
          <a:lstStyle/>
          <a:p>
            <a:endParaRPr lang="es-A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ransition/>
  <p:txStyles>
    <p:titleStyle>
      <a:lvl1pPr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+mj-lt"/>
          <a:ea typeface="+mj-ea"/>
          <a:cs typeface="+mj-cs"/>
          <a:sym typeface="Copperplate" charset="0"/>
        </a:defRPr>
      </a:lvl1pPr>
      <a:lvl2pPr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2pPr>
      <a:lvl3pPr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3pPr>
      <a:lvl4pPr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4pPr>
      <a:lvl5pPr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9pPr>
    </p:titleStyle>
    <p:bodyStyle>
      <a:lvl1pPr marL="661988" indent="-446088" algn="l" rtl="0" fontAlgn="base">
        <a:spcBef>
          <a:spcPts val="1400"/>
        </a:spcBef>
        <a:spcAft>
          <a:spcPct val="0"/>
        </a:spcAft>
        <a:buSzPct val="100000"/>
        <a:buFont typeface="Palatino" charset="0"/>
        <a:buChar char="•"/>
        <a:defRPr sz="32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1pPr>
      <a:lvl2pPr marL="1004888" indent="-446088" algn="l" rtl="0" fontAlgn="base">
        <a:spcBef>
          <a:spcPts val="1400"/>
        </a:spcBef>
        <a:spcAft>
          <a:spcPct val="0"/>
        </a:spcAft>
        <a:buSzPct val="100000"/>
        <a:buFont typeface="Palatino" charset="0"/>
        <a:buChar char="•"/>
        <a:defRPr sz="32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2pPr>
      <a:lvl3pPr marL="1347788" indent="-446088" algn="l" rtl="0" fontAlgn="base">
        <a:spcBef>
          <a:spcPts val="1400"/>
        </a:spcBef>
        <a:spcAft>
          <a:spcPct val="0"/>
        </a:spcAft>
        <a:buSzPct val="100000"/>
        <a:buFont typeface="Palatino" charset="0"/>
        <a:buChar char="•"/>
        <a:defRPr sz="32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3pPr>
      <a:lvl4pPr marL="1703388" indent="-446088" algn="l" rtl="0" fontAlgn="base">
        <a:spcBef>
          <a:spcPts val="1400"/>
        </a:spcBef>
        <a:spcAft>
          <a:spcPct val="0"/>
        </a:spcAft>
        <a:buSzPct val="100000"/>
        <a:buFont typeface="Palatino" charset="0"/>
        <a:buChar char="•"/>
        <a:defRPr sz="32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4pPr>
      <a:lvl5pPr marL="2046288" indent="-446088" algn="l" rtl="0" fontAlgn="base">
        <a:spcBef>
          <a:spcPts val="1400"/>
        </a:spcBef>
        <a:spcAft>
          <a:spcPct val="0"/>
        </a:spcAft>
        <a:buSzPct val="100000"/>
        <a:buFont typeface="Palatino" charset="0"/>
        <a:buChar char="•"/>
        <a:defRPr sz="32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5pPr>
      <a:lvl6pPr marL="2503488" indent="-446088" algn="l" rtl="0" fontAlgn="base">
        <a:spcBef>
          <a:spcPts val="1400"/>
        </a:spcBef>
        <a:spcAft>
          <a:spcPct val="0"/>
        </a:spcAft>
        <a:buSzPct val="100000"/>
        <a:buFont typeface="Palatino" charset="0"/>
        <a:buChar char="•"/>
        <a:defRPr sz="32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6pPr>
      <a:lvl7pPr marL="2960688" indent="-446088" algn="l" rtl="0" fontAlgn="base">
        <a:spcBef>
          <a:spcPts val="1400"/>
        </a:spcBef>
        <a:spcAft>
          <a:spcPct val="0"/>
        </a:spcAft>
        <a:buSzPct val="100000"/>
        <a:buFont typeface="Palatino" charset="0"/>
        <a:buChar char="•"/>
        <a:defRPr sz="32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7pPr>
      <a:lvl8pPr marL="3417888" indent="-446088" algn="l" rtl="0" fontAlgn="base">
        <a:spcBef>
          <a:spcPts val="1400"/>
        </a:spcBef>
        <a:spcAft>
          <a:spcPct val="0"/>
        </a:spcAft>
        <a:buSzPct val="100000"/>
        <a:buFont typeface="Palatino" charset="0"/>
        <a:buChar char="•"/>
        <a:defRPr sz="32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8pPr>
      <a:lvl9pPr marL="3875088" indent="-446088" algn="l" rtl="0" fontAlgn="base">
        <a:spcBef>
          <a:spcPts val="1400"/>
        </a:spcBef>
        <a:spcAft>
          <a:spcPct val="0"/>
        </a:spcAft>
        <a:buSzPct val="100000"/>
        <a:buFont typeface="Palatino" charset="0"/>
        <a:buChar char="•"/>
        <a:defRPr sz="32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ChangeArrowheads="1"/>
          </p:cNvSpPr>
          <p:nvPr>
            <p:ph type="body" idx="1"/>
          </p:nvPr>
        </p:nvSpPr>
        <p:spPr bwMode="auto">
          <a:xfrm>
            <a:off x="977900" y="609600"/>
            <a:ext cx="8115300" cy="6337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Palatino" charset="0"/>
              </a:rPr>
              <a:t>Click to edit Master text styles</a:t>
            </a:r>
          </a:p>
          <a:p>
            <a:pPr lvl="1"/>
            <a:r>
              <a:rPr lang="en-US" smtClean="0">
                <a:sym typeface="Palatino" charset="0"/>
              </a:rPr>
              <a:t>Second level</a:t>
            </a:r>
          </a:p>
          <a:p>
            <a:pPr lvl="2"/>
            <a:r>
              <a:rPr lang="en-US" smtClean="0">
                <a:sym typeface="Palatino" charset="0"/>
              </a:rPr>
              <a:t>Third level</a:t>
            </a:r>
          </a:p>
          <a:p>
            <a:pPr lvl="3"/>
            <a:r>
              <a:rPr lang="en-US" smtClean="0">
                <a:sym typeface="Palatino" charset="0"/>
              </a:rPr>
              <a:t>Fourth level</a:t>
            </a:r>
          </a:p>
          <a:p>
            <a:pPr lvl="4"/>
            <a:r>
              <a:rPr lang="en-US" smtClean="0">
                <a:sym typeface="Palatino" charset="0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ransition/>
  <p:txStyles>
    <p:titleStyle>
      <a:lvl1pPr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+mj-lt"/>
          <a:ea typeface="+mj-ea"/>
          <a:cs typeface="+mj-cs"/>
          <a:sym typeface="Copperplate" charset="0"/>
        </a:defRPr>
      </a:lvl1pPr>
      <a:lvl2pPr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2pPr>
      <a:lvl3pPr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3pPr>
      <a:lvl4pPr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4pPr>
      <a:lvl5pPr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9pPr>
    </p:titleStyle>
    <p:bodyStyle>
      <a:lvl1pPr marL="661988" indent="-446088" algn="l" rtl="0" fontAlgn="base">
        <a:spcBef>
          <a:spcPts val="3800"/>
        </a:spcBef>
        <a:spcAft>
          <a:spcPct val="0"/>
        </a:spcAft>
        <a:buSzPct val="100000"/>
        <a:buFont typeface="Palatino" charset="0"/>
        <a:buChar char="•"/>
        <a:defRPr sz="32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1pPr>
      <a:lvl2pPr marL="1004888" indent="-446088" algn="l" rtl="0" fontAlgn="base">
        <a:spcBef>
          <a:spcPts val="3800"/>
        </a:spcBef>
        <a:spcAft>
          <a:spcPct val="0"/>
        </a:spcAft>
        <a:buSzPct val="100000"/>
        <a:buFont typeface="Palatino" charset="0"/>
        <a:buChar char="•"/>
        <a:defRPr sz="32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2pPr>
      <a:lvl3pPr marL="1347788" indent="-446088" algn="l" rtl="0" fontAlgn="base">
        <a:spcBef>
          <a:spcPts val="3800"/>
        </a:spcBef>
        <a:spcAft>
          <a:spcPct val="0"/>
        </a:spcAft>
        <a:buSzPct val="100000"/>
        <a:buFont typeface="Palatino" charset="0"/>
        <a:buChar char="•"/>
        <a:defRPr sz="32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3pPr>
      <a:lvl4pPr marL="1703388" indent="-446088" algn="l" rtl="0" fontAlgn="base">
        <a:spcBef>
          <a:spcPts val="3800"/>
        </a:spcBef>
        <a:spcAft>
          <a:spcPct val="0"/>
        </a:spcAft>
        <a:buSzPct val="100000"/>
        <a:buFont typeface="Palatino" charset="0"/>
        <a:buChar char="•"/>
        <a:defRPr sz="32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4pPr>
      <a:lvl5pPr marL="2046288" indent="-446088" algn="l" rtl="0" fontAlgn="base">
        <a:spcBef>
          <a:spcPts val="3800"/>
        </a:spcBef>
        <a:spcAft>
          <a:spcPct val="0"/>
        </a:spcAft>
        <a:buSzPct val="100000"/>
        <a:buFont typeface="Palatino" charset="0"/>
        <a:buChar char="•"/>
        <a:defRPr sz="32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5pPr>
      <a:lvl6pPr marL="2503488" indent="-446088" algn="l" rtl="0" fontAlgn="base">
        <a:spcBef>
          <a:spcPts val="3800"/>
        </a:spcBef>
        <a:spcAft>
          <a:spcPct val="0"/>
        </a:spcAft>
        <a:buSzPct val="100000"/>
        <a:buFont typeface="Palatino" charset="0"/>
        <a:buChar char="•"/>
        <a:defRPr sz="32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6pPr>
      <a:lvl7pPr marL="2960688" indent="-446088" algn="l" rtl="0" fontAlgn="base">
        <a:spcBef>
          <a:spcPts val="3800"/>
        </a:spcBef>
        <a:spcAft>
          <a:spcPct val="0"/>
        </a:spcAft>
        <a:buSzPct val="100000"/>
        <a:buFont typeface="Palatino" charset="0"/>
        <a:buChar char="•"/>
        <a:defRPr sz="32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7pPr>
      <a:lvl8pPr marL="3417888" indent="-446088" algn="l" rtl="0" fontAlgn="base">
        <a:spcBef>
          <a:spcPts val="3800"/>
        </a:spcBef>
        <a:spcAft>
          <a:spcPct val="0"/>
        </a:spcAft>
        <a:buSzPct val="100000"/>
        <a:buFont typeface="Palatino" charset="0"/>
        <a:buChar char="•"/>
        <a:defRPr sz="32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8pPr>
      <a:lvl9pPr marL="3875088" indent="-446088" algn="l" rtl="0" fontAlgn="base">
        <a:spcBef>
          <a:spcPts val="3800"/>
        </a:spcBef>
        <a:spcAft>
          <a:spcPct val="0"/>
        </a:spcAft>
        <a:buSzPct val="100000"/>
        <a:buFont typeface="Palatino" charset="0"/>
        <a:buChar char="•"/>
        <a:defRPr sz="32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ChangeArrowheads="1"/>
          </p:cNvSpPr>
          <p:nvPr>
            <p:ph type="title"/>
          </p:nvPr>
        </p:nvSpPr>
        <p:spPr bwMode="auto">
          <a:xfrm>
            <a:off x="977900" y="1587500"/>
            <a:ext cx="8115300" cy="2222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dist="12699" dir="5400000" algn="ctr" rotWithShape="0">
              <a:schemeClr val="bg2"/>
            </a:outerShdw>
          </a:effectLst>
        </p:spPr>
        <p:txBody>
          <a:bodyPr vert="horz" wrap="square" lIns="38100" tIns="38100" rIns="38100" bIns="381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Copperplate" charset="0"/>
              </a:rPr>
              <a:t>Click to edit Master title style</a:t>
            </a:r>
          </a:p>
        </p:txBody>
      </p:sp>
      <p:sp>
        <p:nvSpPr>
          <p:cNvPr id="3074" name="Rectangle 2"/>
          <p:cNvSpPr>
            <a:spLocks noChangeArrowheads="1"/>
          </p:cNvSpPr>
          <p:nvPr>
            <p:ph type="body" idx="1"/>
          </p:nvPr>
        </p:nvSpPr>
        <p:spPr bwMode="auto">
          <a:xfrm>
            <a:off x="977900" y="3898900"/>
            <a:ext cx="8115300" cy="838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dist="12699" dir="5400000" algn="ctr" rotWithShape="0">
              <a:schemeClr val="bg2"/>
            </a:outerShdw>
          </a:effectLst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Copperplate" charset="0"/>
              </a:rPr>
              <a:t>Click to edit Master text styles</a:t>
            </a:r>
          </a:p>
          <a:p>
            <a:pPr lvl="1"/>
            <a:r>
              <a:rPr lang="en-US" smtClean="0">
                <a:sym typeface="Copperplate" charset="0"/>
              </a:rPr>
              <a:t>Second level</a:t>
            </a:r>
          </a:p>
          <a:p>
            <a:pPr lvl="2"/>
            <a:r>
              <a:rPr lang="en-US" smtClean="0">
                <a:sym typeface="Copperplate" charset="0"/>
              </a:rPr>
              <a:t>Third level</a:t>
            </a:r>
          </a:p>
          <a:p>
            <a:pPr lvl="3"/>
            <a:r>
              <a:rPr lang="en-US" smtClean="0">
                <a:sym typeface="Copperplate" charset="0"/>
              </a:rPr>
              <a:t>Fourth level</a:t>
            </a:r>
          </a:p>
          <a:p>
            <a:pPr lvl="4"/>
            <a:r>
              <a:rPr lang="en-US" smtClean="0">
                <a:sym typeface="Copperplate" charset="0"/>
              </a:rPr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ransition/>
  <p:txStyles>
    <p:titleStyle>
      <a:lvl1pPr algn="ctr" rtl="0" fontAlgn="base">
        <a:spcBef>
          <a:spcPct val="0"/>
        </a:spcBef>
        <a:spcAft>
          <a:spcPct val="0"/>
        </a:spcAft>
        <a:defRPr sz="7400">
          <a:solidFill>
            <a:srgbClr val="DFDFDF"/>
          </a:solidFill>
          <a:latin typeface="+mj-lt"/>
          <a:ea typeface="+mj-ea"/>
          <a:cs typeface="+mj-cs"/>
          <a:sym typeface="Copperplate" charset="0"/>
        </a:defRPr>
      </a:lvl1pPr>
      <a:lvl2pPr algn="ctr" rtl="0" fontAlgn="base">
        <a:spcBef>
          <a:spcPct val="0"/>
        </a:spcBef>
        <a:spcAft>
          <a:spcPct val="0"/>
        </a:spcAft>
        <a:defRPr sz="7400">
          <a:solidFill>
            <a:srgbClr val="DFDFDF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2pPr>
      <a:lvl3pPr algn="ctr" rtl="0" fontAlgn="base">
        <a:spcBef>
          <a:spcPct val="0"/>
        </a:spcBef>
        <a:spcAft>
          <a:spcPct val="0"/>
        </a:spcAft>
        <a:defRPr sz="7400">
          <a:solidFill>
            <a:srgbClr val="DFDFDF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3pPr>
      <a:lvl4pPr algn="ctr" rtl="0" fontAlgn="base">
        <a:spcBef>
          <a:spcPct val="0"/>
        </a:spcBef>
        <a:spcAft>
          <a:spcPct val="0"/>
        </a:spcAft>
        <a:defRPr sz="7400">
          <a:solidFill>
            <a:srgbClr val="DFDFDF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4pPr>
      <a:lvl5pPr algn="ctr" rtl="0" fontAlgn="base">
        <a:spcBef>
          <a:spcPct val="0"/>
        </a:spcBef>
        <a:spcAft>
          <a:spcPct val="0"/>
        </a:spcAft>
        <a:defRPr sz="7400">
          <a:solidFill>
            <a:srgbClr val="DFDFDF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7400">
          <a:solidFill>
            <a:srgbClr val="DFDFDF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7400">
          <a:solidFill>
            <a:srgbClr val="DFDFDF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7400">
          <a:solidFill>
            <a:srgbClr val="DFDFDF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7400">
          <a:solidFill>
            <a:srgbClr val="DFDFDF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9pPr>
    </p:titleStyle>
    <p:bodyStyle>
      <a:lvl1pPr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Copperplate" charset="0"/>
        </a:defRPr>
      </a:lvl1pPr>
      <a:lvl2pPr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Copperplate" charset="0"/>
        </a:defRPr>
      </a:lvl2pPr>
      <a:lvl3pPr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Copperplate" charset="0"/>
        </a:defRPr>
      </a:lvl3pPr>
      <a:lvl4pPr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Copperplate" charset="0"/>
        </a:defRPr>
      </a:lvl4pPr>
      <a:lvl5pPr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Copperplate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Copperplate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Copperplate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Copperplate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Copperplate" charset="0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 noChangeArrowheads="1"/>
          </p:cNvSpPr>
          <p:nvPr>
            <p:ph type="title"/>
          </p:nvPr>
        </p:nvSpPr>
        <p:spPr bwMode="auto">
          <a:xfrm>
            <a:off x="495300" y="1092200"/>
            <a:ext cx="4546600" cy="2552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dist="12699" dir="5400000" algn="ctr" rotWithShape="0">
              <a:schemeClr val="bg2"/>
            </a:outerShdw>
          </a:effectLst>
        </p:spPr>
        <p:txBody>
          <a:bodyPr vert="horz" wrap="square" lIns="38100" tIns="38100" rIns="38100" bIns="381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Copperplate" charset="0"/>
              </a:rPr>
              <a:t>Click to edit Master title style</a:t>
            </a:r>
          </a:p>
        </p:txBody>
      </p:sp>
      <p:sp>
        <p:nvSpPr>
          <p:cNvPr id="4098" name="Rectangle 2"/>
          <p:cNvSpPr>
            <a:spLocks noChangeArrowheads="1"/>
          </p:cNvSpPr>
          <p:nvPr>
            <p:ph type="body" idx="1"/>
          </p:nvPr>
        </p:nvSpPr>
        <p:spPr bwMode="auto">
          <a:xfrm>
            <a:off x="495300" y="3721100"/>
            <a:ext cx="4546600" cy="2552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dist="12699" dir="5400000" algn="ctr" rotWithShape="0">
              <a:schemeClr val="bg2"/>
            </a:outerShdw>
          </a:effectLst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Copperplate" charset="0"/>
              </a:rPr>
              <a:t>Click to edit Master text styles</a:t>
            </a:r>
          </a:p>
          <a:p>
            <a:pPr lvl="1"/>
            <a:r>
              <a:rPr lang="en-US" smtClean="0">
                <a:sym typeface="Copperplate" charset="0"/>
              </a:rPr>
              <a:t>Second level</a:t>
            </a:r>
          </a:p>
          <a:p>
            <a:pPr lvl="2"/>
            <a:r>
              <a:rPr lang="en-US" smtClean="0">
                <a:sym typeface="Copperplate" charset="0"/>
              </a:rPr>
              <a:t>Third level</a:t>
            </a:r>
          </a:p>
          <a:p>
            <a:pPr lvl="3"/>
            <a:r>
              <a:rPr lang="en-US" smtClean="0">
                <a:sym typeface="Copperplate" charset="0"/>
              </a:rPr>
              <a:t>Fourth level</a:t>
            </a:r>
          </a:p>
          <a:p>
            <a:pPr lvl="4"/>
            <a:r>
              <a:rPr lang="en-US" smtClean="0">
                <a:sym typeface="Copperplate" charset="0"/>
              </a:rPr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transition/>
  <p:txStyles>
    <p:titleStyle>
      <a:lvl1pPr algn="ctr" rtl="0" fontAlgn="base">
        <a:spcBef>
          <a:spcPct val="0"/>
        </a:spcBef>
        <a:spcAft>
          <a:spcPct val="0"/>
        </a:spcAft>
        <a:defRPr sz="5400">
          <a:solidFill>
            <a:srgbClr val="DFDFDF"/>
          </a:solidFill>
          <a:latin typeface="+mj-lt"/>
          <a:ea typeface="+mj-ea"/>
          <a:cs typeface="+mj-cs"/>
          <a:sym typeface="Copperplate" charset="0"/>
        </a:defRPr>
      </a:lvl1pPr>
      <a:lvl2pPr algn="ctr" rtl="0" fontAlgn="base">
        <a:spcBef>
          <a:spcPct val="0"/>
        </a:spcBef>
        <a:spcAft>
          <a:spcPct val="0"/>
        </a:spcAft>
        <a:defRPr sz="5400">
          <a:solidFill>
            <a:srgbClr val="DFDFDF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2pPr>
      <a:lvl3pPr algn="ctr" rtl="0" fontAlgn="base">
        <a:spcBef>
          <a:spcPct val="0"/>
        </a:spcBef>
        <a:spcAft>
          <a:spcPct val="0"/>
        </a:spcAft>
        <a:defRPr sz="5400">
          <a:solidFill>
            <a:srgbClr val="DFDFDF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3pPr>
      <a:lvl4pPr algn="ctr" rtl="0" fontAlgn="base">
        <a:spcBef>
          <a:spcPct val="0"/>
        </a:spcBef>
        <a:spcAft>
          <a:spcPct val="0"/>
        </a:spcAft>
        <a:defRPr sz="5400">
          <a:solidFill>
            <a:srgbClr val="DFDFDF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4pPr>
      <a:lvl5pPr algn="ctr" rtl="0" fontAlgn="base">
        <a:spcBef>
          <a:spcPct val="0"/>
        </a:spcBef>
        <a:spcAft>
          <a:spcPct val="0"/>
        </a:spcAft>
        <a:defRPr sz="5400">
          <a:solidFill>
            <a:srgbClr val="DFDFDF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5400">
          <a:solidFill>
            <a:srgbClr val="DFDFDF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5400">
          <a:solidFill>
            <a:srgbClr val="DFDFDF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5400">
          <a:solidFill>
            <a:srgbClr val="DFDFDF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5400">
          <a:solidFill>
            <a:srgbClr val="DFDFDF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9pPr>
    </p:titleStyle>
    <p:bodyStyle>
      <a:lvl1pPr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Copperplate" charset="0"/>
        </a:defRPr>
      </a:lvl1pPr>
      <a:lvl2pPr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Copperplate" charset="0"/>
        </a:defRPr>
      </a:lvl2pPr>
      <a:lvl3pPr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Copperplate" charset="0"/>
        </a:defRPr>
      </a:lvl3pPr>
      <a:lvl4pPr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Copperplate" charset="0"/>
        </a:defRPr>
      </a:lvl4pPr>
      <a:lvl5pPr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Copperplate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Copperplate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Copperplate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Copperplate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Copperplate" charset="0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ChangeArrowheads="1"/>
          </p:cNvSpPr>
          <p:nvPr>
            <p:ph type="title"/>
          </p:nvPr>
        </p:nvSpPr>
        <p:spPr bwMode="auto">
          <a:xfrm>
            <a:off x="4800600" y="1092200"/>
            <a:ext cx="4546600" cy="2552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dist="12699" dir="5400000" algn="ctr" rotWithShape="0">
              <a:schemeClr val="bg2"/>
            </a:outerShdw>
          </a:effectLst>
        </p:spPr>
        <p:txBody>
          <a:bodyPr vert="horz" wrap="square" lIns="38100" tIns="38100" rIns="38100" bIns="381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Copperplate" charset="0"/>
              </a:rPr>
              <a:t>Click to edit Master title style</a:t>
            </a:r>
          </a:p>
        </p:txBody>
      </p:sp>
      <p:sp>
        <p:nvSpPr>
          <p:cNvPr id="5122" name="Rectangle 2"/>
          <p:cNvSpPr>
            <a:spLocks noChangeArrowheads="1"/>
          </p:cNvSpPr>
          <p:nvPr>
            <p:ph type="body" idx="1"/>
          </p:nvPr>
        </p:nvSpPr>
        <p:spPr bwMode="auto">
          <a:xfrm>
            <a:off x="4800600" y="3721100"/>
            <a:ext cx="4546600" cy="2552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dist="12699" dir="5400000" algn="ctr" rotWithShape="0">
              <a:schemeClr val="bg2"/>
            </a:outerShdw>
          </a:effectLst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Copperplate" charset="0"/>
              </a:rPr>
              <a:t>Click to edit Master text styles</a:t>
            </a:r>
          </a:p>
          <a:p>
            <a:pPr lvl="1"/>
            <a:r>
              <a:rPr lang="en-US" smtClean="0">
                <a:sym typeface="Copperplate" charset="0"/>
              </a:rPr>
              <a:t>Second level</a:t>
            </a:r>
          </a:p>
          <a:p>
            <a:pPr lvl="2"/>
            <a:r>
              <a:rPr lang="en-US" smtClean="0">
                <a:sym typeface="Copperplate" charset="0"/>
              </a:rPr>
              <a:t>Third level</a:t>
            </a:r>
          </a:p>
          <a:p>
            <a:pPr lvl="3"/>
            <a:r>
              <a:rPr lang="en-US" smtClean="0">
                <a:sym typeface="Copperplate" charset="0"/>
              </a:rPr>
              <a:t>Fourth level</a:t>
            </a:r>
          </a:p>
          <a:p>
            <a:pPr lvl="4"/>
            <a:r>
              <a:rPr lang="en-US" smtClean="0">
                <a:sym typeface="Copperplate" charset="0"/>
              </a:rPr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transition/>
  <p:txStyles>
    <p:titleStyle>
      <a:lvl1pPr algn="ctr" rtl="0" fontAlgn="base">
        <a:spcBef>
          <a:spcPct val="0"/>
        </a:spcBef>
        <a:spcAft>
          <a:spcPct val="0"/>
        </a:spcAft>
        <a:defRPr sz="5400">
          <a:solidFill>
            <a:srgbClr val="DFDFDF"/>
          </a:solidFill>
          <a:latin typeface="+mj-lt"/>
          <a:ea typeface="+mj-ea"/>
          <a:cs typeface="+mj-cs"/>
          <a:sym typeface="Copperplate" charset="0"/>
        </a:defRPr>
      </a:lvl1pPr>
      <a:lvl2pPr algn="ctr" rtl="0" fontAlgn="base">
        <a:spcBef>
          <a:spcPct val="0"/>
        </a:spcBef>
        <a:spcAft>
          <a:spcPct val="0"/>
        </a:spcAft>
        <a:defRPr sz="5400">
          <a:solidFill>
            <a:srgbClr val="DFDFDF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2pPr>
      <a:lvl3pPr algn="ctr" rtl="0" fontAlgn="base">
        <a:spcBef>
          <a:spcPct val="0"/>
        </a:spcBef>
        <a:spcAft>
          <a:spcPct val="0"/>
        </a:spcAft>
        <a:defRPr sz="5400">
          <a:solidFill>
            <a:srgbClr val="DFDFDF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3pPr>
      <a:lvl4pPr algn="ctr" rtl="0" fontAlgn="base">
        <a:spcBef>
          <a:spcPct val="0"/>
        </a:spcBef>
        <a:spcAft>
          <a:spcPct val="0"/>
        </a:spcAft>
        <a:defRPr sz="5400">
          <a:solidFill>
            <a:srgbClr val="DFDFDF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4pPr>
      <a:lvl5pPr algn="ctr" rtl="0" fontAlgn="base">
        <a:spcBef>
          <a:spcPct val="0"/>
        </a:spcBef>
        <a:spcAft>
          <a:spcPct val="0"/>
        </a:spcAft>
        <a:defRPr sz="5400">
          <a:solidFill>
            <a:srgbClr val="DFDFDF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5400">
          <a:solidFill>
            <a:srgbClr val="DFDFDF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5400">
          <a:solidFill>
            <a:srgbClr val="DFDFDF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5400">
          <a:solidFill>
            <a:srgbClr val="DFDFDF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5400">
          <a:solidFill>
            <a:srgbClr val="DFDFDF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9pPr>
    </p:titleStyle>
    <p:bodyStyle>
      <a:lvl1pPr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Copperplate" charset="0"/>
        </a:defRPr>
      </a:lvl1pPr>
      <a:lvl2pPr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Copperplate" charset="0"/>
        </a:defRPr>
      </a:lvl2pPr>
      <a:lvl3pPr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Copperplate" charset="0"/>
        </a:defRPr>
      </a:lvl3pPr>
      <a:lvl4pPr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Copperplate" charset="0"/>
        </a:defRPr>
      </a:lvl4pPr>
      <a:lvl5pPr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Copperplate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Copperplate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Copperplate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Copperplate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Copperplate" charset="0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1"/>
          <p:cNvSpPr>
            <a:spLocks noChangeArrowheads="1"/>
          </p:cNvSpPr>
          <p:nvPr>
            <p:ph type="title"/>
          </p:nvPr>
        </p:nvSpPr>
        <p:spPr bwMode="auto">
          <a:xfrm>
            <a:off x="977900" y="5143500"/>
            <a:ext cx="8115300" cy="1638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dist="12699" dir="5400000" algn="ctr" rotWithShape="0">
              <a:schemeClr val="bg2"/>
            </a:outerShdw>
          </a:effectLst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Copperplate" charset="0"/>
              </a:rPr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ransition/>
  <p:txStyles>
    <p:titleStyle>
      <a:lvl1pPr algn="ctr" rtl="0" fontAlgn="base">
        <a:spcBef>
          <a:spcPct val="0"/>
        </a:spcBef>
        <a:spcAft>
          <a:spcPct val="0"/>
        </a:spcAft>
        <a:defRPr sz="6200">
          <a:solidFill>
            <a:srgbClr val="DFDFDF"/>
          </a:solidFill>
          <a:latin typeface="+mj-lt"/>
          <a:ea typeface="+mj-ea"/>
          <a:cs typeface="+mj-cs"/>
          <a:sym typeface="Copperplate" charset="0"/>
        </a:defRPr>
      </a:lvl1pPr>
      <a:lvl2pPr algn="ctr" rtl="0" fontAlgn="base">
        <a:spcBef>
          <a:spcPct val="0"/>
        </a:spcBef>
        <a:spcAft>
          <a:spcPct val="0"/>
        </a:spcAft>
        <a:defRPr sz="6200">
          <a:solidFill>
            <a:srgbClr val="DFDFDF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2pPr>
      <a:lvl3pPr algn="ctr" rtl="0" fontAlgn="base">
        <a:spcBef>
          <a:spcPct val="0"/>
        </a:spcBef>
        <a:spcAft>
          <a:spcPct val="0"/>
        </a:spcAft>
        <a:defRPr sz="6200">
          <a:solidFill>
            <a:srgbClr val="DFDFDF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3pPr>
      <a:lvl4pPr algn="ctr" rtl="0" fontAlgn="base">
        <a:spcBef>
          <a:spcPct val="0"/>
        </a:spcBef>
        <a:spcAft>
          <a:spcPct val="0"/>
        </a:spcAft>
        <a:defRPr sz="6200">
          <a:solidFill>
            <a:srgbClr val="DFDFDF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4pPr>
      <a:lvl5pPr algn="ctr" rtl="0" fontAlgn="base">
        <a:spcBef>
          <a:spcPct val="0"/>
        </a:spcBef>
        <a:spcAft>
          <a:spcPct val="0"/>
        </a:spcAft>
        <a:defRPr sz="6200">
          <a:solidFill>
            <a:srgbClr val="DFDFDF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6200">
          <a:solidFill>
            <a:srgbClr val="DFDFDF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6200">
          <a:solidFill>
            <a:srgbClr val="DFDFDF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6200">
          <a:solidFill>
            <a:srgbClr val="DFDFDF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6200">
          <a:solidFill>
            <a:srgbClr val="DFDFDF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9pPr>
    </p:titleStyle>
    <p:bodyStyle>
      <a:lvl1pPr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Copperplate" charset="0"/>
        </a:defRPr>
      </a:lvl1pPr>
      <a:lvl2pPr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Copperplate" charset="0"/>
        </a:defRPr>
      </a:lvl2pPr>
      <a:lvl3pPr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Copperplate" charset="0"/>
        </a:defRPr>
      </a:lvl3pPr>
      <a:lvl4pPr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Copperplate" charset="0"/>
        </a:defRPr>
      </a:lvl4pPr>
      <a:lvl5pPr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Copperplate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Copperplate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Copperplate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Copperplate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Copperplate" charset="0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1"/>
          <p:cNvSpPr>
            <a:spLocks noChangeArrowheads="1"/>
          </p:cNvSpPr>
          <p:nvPr>
            <p:ph type="title"/>
          </p:nvPr>
        </p:nvSpPr>
        <p:spPr bwMode="auto">
          <a:xfrm>
            <a:off x="977900" y="2120900"/>
            <a:ext cx="8115300" cy="3314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dist="12699" dir="5400000" algn="ctr" rotWithShape="0">
              <a:schemeClr val="bg2"/>
            </a:outerShdw>
          </a:effectLst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Copperplate" charset="0"/>
              </a:rPr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</p:sldLayoutIdLst>
  <p:transition/>
  <p:txStyles>
    <p:titleStyle>
      <a:lvl1pPr algn="ctr" rtl="0" fontAlgn="base">
        <a:spcBef>
          <a:spcPct val="0"/>
        </a:spcBef>
        <a:spcAft>
          <a:spcPct val="0"/>
        </a:spcAft>
        <a:defRPr sz="6200">
          <a:solidFill>
            <a:srgbClr val="DFDFDF"/>
          </a:solidFill>
          <a:latin typeface="+mj-lt"/>
          <a:ea typeface="+mj-ea"/>
          <a:cs typeface="+mj-cs"/>
          <a:sym typeface="Copperplate" charset="0"/>
        </a:defRPr>
      </a:lvl1pPr>
      <a:lvl2pPr algn="ctr" rtl="0" fontAlgn="base">
        <a:spcBef>
          <a:spcPct val="0"/>
        </a:spcBef>
        <a:spcAft>
          <a:spcPct val="0"/>
        </a:spcAft>
        <a:defRPr sz="6200">
          <a:solidFill>
            <a:srgbClr val="DFDFDF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2pPr>
      <a:lvl3pPr algn="ctr" rtl="0" fontAlgn="base">
        <a:spcBef>
          <a:spcPct val="0"/>
        </a:spcBef>
        <a:spcAft>
          <a:spcPct val="0"/>
        </a:spcAft>
        <a:defRPr sz="6200">
          <a:solidFill>
            <a:srgbClr val="DFDFDF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3pPr>
      <a:lvl4pPr algn="ctr" rtl="0" fontAlgn="base">
        <a:spcBef>
          <a:spcPct val="0"/>
        </a:spcBef>
        <a:spcAft>
          <a:spcPct val="0"/>
        </a:spcAft>
        <a:defRPr sz="6200">
          <a:solidFill>
            <a:srgbClr val="DFDFDF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4pPr>
      <a:lvl5pPr algn="ctr" rtl="0" fontAlgn="base">
        <a:spcBef>
          <a:spcPct val="0"/>
        </a:spcBef>
        <a:spcAft>
          <a:spcPct val="0"/>
        </a:spcAft>
        <a:defRPr sz="6200">
          <a:solidFill>
            <a:srgbClr val="DFDFDF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6200">
          <a:solidFill>
            <a:srgbClr val="DFDFDF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6200">
          <a:solidFill>
            <a:srgbClr val="DFDFDF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6200">
          <a:solidFill>
            <a:srgbClr val="DFDFDF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6200">
          <a:solidFill>
            <a:srgbClr val="DFDFDF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9pPr>
    </p:titleStyle>
    <p:bodyStyle>
      <a:lvl1pPr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Copperplate" charset="0"/>
        </a:defRPr>
      </a:lvl1pPr>
      <a:lvl2pPr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Copperplate" charset="0"/>
        </a:defRPr>
      </a:lvl2pPr>
      <a:lvl3pPr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Copperplate" charset="0"/>
        </a:defRPr>
      </a:lvl3pPr>
      <a:lvl4pPr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Copperplate" charset="0"/>
        </a:defRPr>
      </a:lvl4pPr>
      <a:lvl5pPr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Copperplate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Copperplate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Copperplate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Copperplate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Copperplate" charset="0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1"/>
          <p:cNvSpPr>
            <a:spLocks noChangeArrowheads="1"/>
          </p:cNvSpPr>
          <p:nvPr>
            <p:ph type="title"/>
          </p:nvPr>
        </p:nvSpPr>
        <p:spPr bwMode="auto">
          <a:xfrm>
            <a:off x="977900" y="203200"/>
            <a:ext cx="8115300" cy="1320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Copperplate" charset="0"/>
              </a:rPr>
              <a:t>Click to edit Master title style</a:t>
            </a:r>
          </a:p>
        </p:txBody>
      </p:sp>
      <p:sp>
        <p:nvSpPr>
          <p:cNvPr id="8194" name="Line 2"/>
          <p:cNvSpPr>
            <a:spLocks noChangeShapeType="1"/>
          </p:cNvSpPr>
          <p:nvPr/>
        </p:nvSpPr>
        <p:spPr bwMode="auto">
          <a:xfrm>
            <a:off x="1104900" y="1562100"/>
            <a:ext cx="7878763" cy="0"/>
          </a:xfrm>
          <a:prstGeom prst="line">
            <a:avLst/>
          </a:prstGeom>
          <a:noFill/>
          <a:ln w="12700" cap="flat">
            <a:solidFill>
              <a:srgbClr val="A5A59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12700" algn="ctr" rotWithShape="0">
              <a:schemeClr val="bg2">
                <a:alpha val="81999"/>
              </a:schemeClr>
            </a:outerShdw>
          </a:effectLst>
        </p:spPr>
        <p:txBody>
          <a:bodyPr lIns="0" tIns="0" rIns="0" bIns="0"/>
          <a:lstStyle/>
          <a:p>
            <a:endParaRPr lang="es-A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</p:sldLayoutIdLst>
  <p:transition/>
  <p:txStyles>
    <p:titleStyle>
      <a:lvl1pPr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+mj-lt"/>
          <a:ea typeface="+mj-ea"/>
          <a:cs typeface="+mj-cs"/>
          <a:sym typeface="Copperplate" charset="0"/>
        </a:defRPr>
      </a:lvl1pPr>
      <a:lvl2pPr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2pPr>
      <a:lvl3pPr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3pPr>
      <a:lvl4pPr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4pPr>
      <a:lvl5pPr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9pPr>
    </p:titleStyle>
    <p:bodyStyle>
      <a:lvl1pPr marL="700088" indent="-446088" algn="l" rtl="0" fontAlgn="base">
        <a:spcBef>
          <a:spcPts val="1400"/>
        </a:spcBef>
        <a:spcAft>
          <a:spcPct val="0"/>
        </a:spcAft>
        <a:buSzPct val="100000"/>
        <a:buFont typeface="Palatino" charset="0"/>
        <a:buChar char="•"/>
        <a:defRPr sz="32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1pPr>
      <a:lvl2pPr marL="1042988" indent="-446088" algn="l" rtl="0" fontAlgn="base">
        <a:spcBef>
          <a:spcPts val="1400"/>
        </a:spcBef>
        <a:spcAft>
          <a:spcPct val="0"/>
        </a:spcAft>
        <a:buSzPct val="100000"/>
        <a:buFont typeface="Palatino" charset="0"/>
        <a:buChar char="•"/>
        <a:defRPr sz="32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2pPr>
      <a:lvl3pPr marL="1385888" indent="-446088" algn="l" rtl="0" fontAlgn="base">
        <a:spcBef>
          <a:spcPts val="1400"/>
        </a:spcBef>
        <a:spcAft>
          <a:spcPct val="0"/>
        </a:spcAft>
        <a:buSzPct val="100000"/>
        <a:buFont typeface="Palatino" charset="0"/>
        <a:buChar char="•"/>
        <a:defRPr sz="32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3pPr>
      <a:lvl4pPr marL="1741488" indent="-446088" algn="l" rtl="0" fontAlgn="base">
        <a:spcBef>
          <a:spcPts val="1400"/>
        </a:spcBef>
        <a:spcAft>
          <a:spcPct val="0"/>
        </a:spcAft>
        <a:buSzPct val="100000"/>
        <a:buFont typeface="Palatino" charset="0"/>
        <a:buChar char="•"/>
        <a:defRPr sz="32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4pPr>
      <a:lvl5pPr marL="2084388" indent="-446088" algn="l" rtl="0" fontAlgn="base">
        <a:spcBef>
          <a:spcPts val="1400"/>
        </a:spcBef>
        <a:spcAft>
          <a:spcPct val="0"/>
        </a:spcAft>
        <a:buSzPct val="100000"/>
        <a:buFont typeface="Palatino" charset="0"/>
        <a:buChar char="•"/>
        <a:defRPr sz="32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5pPr>
      <a:lvl6pPr marL="2541588" indent="-446088" algn="l" rtl="0" fontAlgn="base">
        <a:spcBef>
          <a:spcPts val="1400"/>
        </a:spcBef>
        <a:spcAft>
          <a:spcPct val="0"/>
        </a:spcAft>
        <a:buSzPct val="100000"/>
        <a:buFont typeface="Palatino" charset="0"/>
        <a:buChar char="•"/>
        <a:defRPr sz="32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6pPr>
      <a:lvl7pPr marL="2998788" indent="-446088" algn="l" rtl="0" fontAlgn="base">
        <a:spcBef>
          <a:spcPts val="1400"/>
        </a:spcBef>
        <a:spcAft>
          <a:spcPct val="0"/>
        </a:spcAft>
        <a:buSzPct val="100000"/>
        <a:buFont typeface="Palatino" charset="0"/>
        <a:buChar char="•"/>
        <a:defRPr sz="32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7pPr>
      <a:lvl8pPr marL="3455988" indent="-446088" algn="l" rtl="0" fontAlgn="base">
        <a:spcBef>
          <a:spcPts val="1400"/>
        </a:spcBef>
        <a:spcAft>
          <a:spcPct val="0"/>
        </a:spcAft>
        <a:buSzPct val="100000"/>
        <a:buFont typeface="Palatino" charset="0"/>
        <a:buChar char="•"/>
        <a:defRPr sz="32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8pPr>
      <a:lvl9pPr marL="3913188" indent="-446088" algn="l" rtl="0" fontAlgn="base">
        <a:spcBef>
          <a:spcPts val="1400"/>
        </a:spcBef>
        <a:spcAft>
          <a:spcPct val="0"/>
        </a:spcAft>
        <a:buSzPct val="100000"/>
        <a:buFont typeface="Palatino" charset="0"/>
        <a:buChar char="•"/>
        <a:defRPr sz="32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</p:sldLayoutIdLst>
  <p:transition/>
  <p:txStyles>
    <p:titleStyle>
      <a:lvl1pPr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+mj-lt"/>
          <a:ea typeface="+mj-ea"/>
          <a:cs typeface="+mj-cs"/>
          <a:sym typeface="Copperplate" charset="0"/>
        </a:defRPr>
      </a:lvl1pPr>
      <a:lvl2pPr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2pPr>
      <a:lvl3pPr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3pPr>
      <a:lvl4pPr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4pPr>
      <a:lvl5pPr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9pPr>
    </p:titleStyle>
    <p:bodyStyle>
      <a:lvl1pPr marL="700088" indent="-446088" algn="l" rtl="0" fontAlgn="base">
        <a:spcBef>
          <a:spcPts val="1400"/>
        </a:spcBef>
        <a:spcAft>
          <a:spcPct val="0"/>
        </a:spcAft>
        <a:buSzPct val="100000"/>
        <a:buFont typeface="Palatino" charset="0"/>
        <a:buChar char="•"/>
        <a:defRPr sz="32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1pPr>
      <a:lvl2pPr marL="1042988" indent="-446088" algn="l" rtl="0" fontAlgn="base">
        <a:spcBef>
          <a:spcPts val="1400"/>
        </a:spcBef>
        <a:spcAft>
          <a:spcPct val="0"/>
        </a:spcAft>
        <a:buSzPct val="100000"/>
        <a:buFont typeface="Palatino" charset="0"/>
        <a:buChar char="•"/>
        <a:defRPr sz="32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2pPr>
      <a:lvl3pPr marL="1385888" indent="-446088" algn="l" rtl="0" fontAlgn="base">
        <a:spcBef>
          <a:spcPts val="1400"/>
        </a:spcBef>
        <a:spcAft>
          <a:spcPct val="0"/>
        </a:spcAft>
        <a:buSzPct val="100000"/>
        <a:buFont typeface="Palatino" charset="0"/>
        <a:buChar char="•"/>
        <a:defRPr sz="32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3pPr>
      <a:lvl4pPr marL="1741488" indent="-446088" algn="l" rtl="0" fontAlgn="base">
        <a:spcBef>
          <a:spcPts val="1400"/>
        </a:spcBef>
        <a:spcAft>
          <a:spcPct val="0"/>
        </a:spcAft>
        <a:buSzPct val="100000"/>
        <a:buFont typeface="Palatino" charset="0"/>
        <a:buChar char="•"/>
        <a:defRPr sz="32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4pPr>
      <a:lvl5pPr marL="2084388" indent="-446088" algn="l" rtl="0" fontAlgn="base">
        <a:spcBef>
          <a:spcPts val="1400"/>
        </a:spcBef>
        <a:spcAft>
          <a:spcPct val="0"/>
        </a:spcAft>
        <a:buSzPct val="100000"/>
        <a:buFont typeface="Palatino" charset="0"/>
        <a:buChar char="•"/>
        <a:defRPr sz="32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5pPr>
      <a:lvl6pPr marL="2541588" indent="-446088" algn="l" rtl="0" fontAlgn="base">
        <a:spcBef>
          <a:spcPts val="1400"/>
        </a:spcBef>
        <a:spcAft>
          <a:spcPct val="0"/>
        </a:spcAft>
        <a:buSzPct val="100000"/>
        <a:buFont typeface="Palatino" charset="0"/>
        <a:buChar char="•"/>
        <a:defRPr sz="32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6pPr>
      <a:lvl7pPr marL="2998788" indent="-446088" algn="l" rtl="0" fontAlgn="base">
        <a:spcBef>
          <a:spcPts val="1400"/>
        </a:spcBef>
        <a:spcAft>
          <a:spcPct val="0"/>
        </a:spcAft>
        <a:buSzPct val="100000"/>
        <a:buFont typeface="Palatino" charset="0"/>
        <a:buChar char="•"/>
        <a:defRPr sz="32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7pPr>
      <a:lvl8pPr marL="3455988" indent="-446088" algn="l" rtl="0" fontAlgn="base">
        <a:spcBef>
          <a:spcPts val="1400"/>
        </a:spcBef>
        <a:spcAft>
          <a:spcPct val="0"/>
        </a:spcAft>
        <a:buSzPct val="100000"/>
        <a:buFont typeface="Palatino" charset="0"/>
        <a:buChar char="•"/>
        <a:defRPr sz="32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8pPr>
      <a:lvl9pPr marL="3913188" indent="-446088" algn="l" rtl="0" fontAlgn="base">
        <a:spcBef>
          <a:spcPts val="1400"/>
        </a:spcBef>
        <a:spcAft>
          <a:spcPct val="0"/>
        </a:spcAft>
        <a:buSzPct val="100000"/>
        <a:buFont typeface="Palatino" charset="0"/>
        <a:buChar char="•"/>
        <a:defRPr sz="32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1"/>
          <p:cNvSpPr>
            <a:spLocks noChangeArrowheads="1"/>
          </p:cNvSpPr>
          <p:nvPr>
            <p:ph type="title"/>
          </p:nvPr>
        </p:nvSpPr>
        <p:spPr bwMode="auto">
          <a:xfrm>
            <a:off x="977900" y="203200"/>
            <a:ext cx="8115300" cy="1320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Copperplate" charset="0"/>
              </a:rPr>
              <a:t>Click to edit Master title style</a:t>
            </a:r>
          </a:p>
        </p:txBody>
      </p:sp>
      <p:sp>
        <p:nvSpPr>
          <p:cNvPr id="10242" name="Rectangle 2"/>
          <p:cNvSpPr>
            <a:spLocks noChangeArrowheads="1"/>
          </p:cNvSpPr>
          <p:nvPr>
            <p:ph type="body" idx="1"/>
          </p:nvPr>
        </p:nvSpPr>
        <p:spPr bwMode="auto">
          <a:xfrm>
            <a:off x="977900" y="2032000"/>
            <a:ext cx="3911600" cy="4876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Palatino" charset="0"/>
              </a:rPr>
              <a:t>Click to edit Master text styles</a:t>
            </a:r>
          </a:p>
          <a:p>
            <a:pPr lvl="1"/>
            <a:r>
              <a:rPr lang="en-US" smtClean="0">
                <a:sym typeface="Palatino" charset="0"/>
              </a:rPr>
              <a:t>Second level</a:t>
            </a:r>
          </a:p>
          <a:p>
            <a:pPr lvl="2"/>
            <a:r>
              <a:rPr lang="en-US" smtClean="0">
                <a:sym typeface="Palatino" charset="0"/>
              </a:rPr>
              <a:t>Third level</a:t>
            </a:r>
          </a:p>
          <a:p>
            <a:pPr lvl="3"/>
            <a:r>
              <a:rPr lang="en-US" smtClean="0">
                <a:sym typeface="Palatino" charset="0"/>
              </a:rPr>
              <a:t>Fourth level</a:t>
            </a:r>
          </a:p>
          <a:p>
            <a:pPr lvl="4"/>
            <a:r>
              <a:rPr lang="en-US" smtClean="0">
                <a:sym typeface="Palatino" charset="0"/>
              </a:rPr>
              <a:t>Fifth level</a:t>
            </a:r>
          </a:p>
        </p:txBody>
      </p:sp>
      <p:sp>
        <p:nvSpPr>
          <p:cNvPr id="10243" name="Line 3"/>
          <p:cNvSpPr>
            <a:spLocks noChangeShapeType="1"/>
          </p:cNvSpPr>
          <p:nvPr/>
        </p:nvSpPr>
        <p:spPr bwMode="auto">
          <a:xfrm>
            <a:off x="1104900" y="1562100"/>
            <a:ext cx="7878763" cy="0"/>
          </a:xfrm>
          <a:prstGeom prst="line">
            <a:avLst/>
          </a:prstGeom>
          <a:noFill/>
          <a:ln w="12700" cap="flat">
            <a:solidFill>
              <a:srgbClr val="A5A59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12700" algn="ctr" rotWithShape="0">
              <a:schemeClr val="bg2">
                <a:alpha val="81999"/>
              </a:schemeClr>
            </a:outerShdw>
          </a:effectLst>
        </p:spPr>
        <p:txBody>
          <a:bodyPr lIns="0" tIns="0" rIns="0" bIns="0"/>
          <a:lstStyle/>
          <a:p>
            <a:endParaRPr lang="es-A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</p:sldLayoutIdLst>
  <p:transition/>
  <p:txStyles>
    <p:titleStyle>
      <a:lvl1pPr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+mj-lt"/>
          <a:ea typeface="+mj-ea"/>
          <a:cs typeface="+mj-cs"/>
          <a:sym typeface="Copperplate" charset="0"/>
        </a:defRPr>
      </a:lvl1pPr>
      <a:lvl2pPr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2pPr>
      <a:lvl3pPr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3pPr>
      <a:lvl4pPr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4pPr>
      <a:lvl5pPr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9pPr>
    </p:titleStyle>
    <p:bodyStyle>
      <a:lvl1pPr marL="625475" indent="-409575" algn="l" rtl="0" fontAlgn="base">
        <a:spcBef>
          <a:spcPts val="2300"/>
        </a:spcBef>
        <a:spcAft>
          <a:spcPct val="0"/>
        </a:spcAft>
        <a:buSzPct val="100000"/>
        <a:buFont typeface="Palatino" charset="0"/>
        <a:buChar char="•"/>
        <a:defRPr sz="28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1pPr>
      <a:lvl2pPr marL="968375" indent="-409575" algn="l" rtl="0" fontAlgn="base">
        <a:spcBef>
          <a:spcPts val="2300"/>
        </a:spcBef>
        <a:spcAft>
          <a:spcPct val="0"/>
        </a:spcAft>
        <a:buSzPct val="100000"/>
        <a:buFont typeface="Palatino" charset="0"/>
        <a:buChar char="•"/>
        <a:defRPr sz="28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2pPr>
      <a:lvl3pPr marL="1311275" indent="-409575" algn="l" rtl="0" fontAlgn="base">
        <a:spcBef>
          <a:spcPts val="2300"/>
        </a:spcBef>
        <a:spcAft>
          <a:spcPct val="0"/>
        </a:spcAft>
        <a:buSzPct val="100000"/>
        <a:buFont typeface="Palatino" charset="0"/>
        <a:buChar char="•"/>
        <a:defRPr sz="28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3pPr>
      <a:lvl4pPr marL="1666875" indent="-409575" algn="l" rtl="0" fontAlgn="base">
        <a:spcBef>
          <a:spcPts val="2300"/>
        </a:spcBef>
        <a:spcAft>
          <a:spcPct val="0"/>
        </a:spcAft>
        <a:buSzPct val="100000"/>
        <a:buFont typeface="Palatino" charset="0"/>
        <a:buChar char="•"/>
        <a:defRPr sz="28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4pPr>
      <a:lvl5pPr marL="2009775" indent="-409575" algn="l" rtl="0" fontAlgn="base">
        <a:spcBef>
          <a:spcPts val="2300"/>
        </a:spcBef>
        <a:spcAft>
          <a:spcPct val="0"/>
        </a:spcAft>
        <a:buSzPct val="100000"/>
        <a:buFont typeface="Palatino" charset="0"/>
        <a:buChar char="•"/>
        <a:defRPr sz="28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5pPr>
      <a:lvl6pPr marL="2466975" indent="-409575" algn="l" rtl="0" fontAlgn="base">
        <a:spcBef>
          <a:spcPts val="2300"/>
        </a:spcBef>
        <a:spcAft>
          <a:spcPct val="0"/>
        </a:spcAft>
        <a:buSzPct val="100000"/>
        <a:buFont typeface="Palatino" charset="0"/>
        <a:buChar char="•"/>
        <a:defRPr sz="28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6pPr>
      <a:lvl7pPr marL="2924175" indent="-409575" algn="l" rtl="0" fontAlgn="base">
        <a:spcBef>
          <a:spcPts val="2300"/>
        </a:spcBef>
        <a:spcAft>
          <a:spcPct val="0"/>
        </a:spcAft>
        <a:buSzPct val="100000"/>
        <a:buFont typeface="Palatino" charset="0"/>
        <a:buChar char="•"/>
        <a:defRPr sz="28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7pPr>
      <a:lvl8pPr marL="3381375" indent="-409575" algn="l" rtl="0" fontAlgn="base">
        <a:spcBef>
          <a:spcPts val="2300"/>
        </a:spcBef>
        <a:spcAft>
          <a:spcPct val="0"/>
        </a:spcAft>
        <a:buSzPct val="100000"/>
        <a:buFont typeface="Palatino" charset="0"/>
        <a:buChar char="•"/>
        <a:defRPr sz="28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8pPr>
      <a:lvl9pPr marL="3838575" indent="-409575" algn="l" rtl="0" fontAlgn="base">
        <a:spcBef>
          <a:spcPts val="2300"/>
        </a:spcBef>
        <a:spcAft>
          <a:spcPct val="0"/>
        </a:spcAft>
        <a:buSzPct val="100000"/>
        <a:buFont typeface="Palatino" charset="0"/>
        <a:buChar char="•"/>
        <a:defRPr sz="28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1"/>
          <p:cNvSpPr>
            <a:spLocks noChangeArrowheads="1"/>
          </p:cNvSpPr>
          <p:nvPr>
            <p:ph type="title"/>
          </p:nvPr>
        </p:nvSpPr>
        <p:spPr bwMode="auto">
          <a:xfrm>
            <a:off x="977900" y="203200"/>
            <a:ext cx="8115300" cy="1320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Copperplate" charset="0"/>
              </a:rPr>
              <a:t>Click to edit Master title style</a:t>
            </a:r>
          </a:p>
        </p:txBody>
      </p:sp>
      <p:sp>
        <p:nvSpPr>
          <p:cNvPr id="11266" name="Rectangle 2"/>
          <p:cNvSpPr>
            <a:spLocks noChangeArrowheads="1"/>
          </p:cNvSpPr>
          <p:nvPr>
            <p:ph type="body" idx="1"/>
          </p:nvPr>
        </p:nvSpPr>
        <p:spPr bwMode="auto">
          <a:xfrm>
            <a:off x="977900" y="2032000"/>
            <a:ext cx="8115300" cy="4876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Palatino" charset="0"/>
              </a:rPr>
              <a:t>Click to edit Master text styles</a:t>
            </a:r>
          </a:p>
          <a:p>
            <a:pPr lvl="1"/>
            <a:r>
              <a:rPr lang="en-US" smtClean="0">
                <a:sym typeface="Palatino" charset="0"/>
              </a:rPr>
              <a:t>Second level</a:t>
            </a:r>
          </a:p>
          <a:p>
            <a:pPr lvl="2"/>
            <a:r>
              <a:rPr lang="en-US" smtClean="0">
                <a:sym typeface="Palatino" charset="0"/>
              </a:rPr>
              <a:t>Third level</a:t>
            </a:r>
          </a:p>
          <a:p>
            <a:pPr lvl="3"/>
            <a:r>
              <a:rPr lang="en-US" smtClean="0">
                <a:sym typeface="Palatino" charset="0"/>
              </a:rPr>
              <a:t>Fourth level</a:t>
            </a:r>
          </a:p>
          <a:p>
            <a:pPr lvl="4"/>
            <a:r>
              <a:rPr lang="en-US" smtClean="0">
                <a:sym typeface="Palatino" charset="0"/>
              </a:rPr>
              <a:t>Fifth level</a:t>
            </a:r>
          </a:p>
        </p:txBody>
      </p:sp>
      <p:sp>
        <p:nvSpPr>
          <p:cNvPr id="11267" name="Line 3"/>
          <p:cNvSpPr>
            <a:spLocks noChangeShapeType="1"/>
          </p:cNvSpPr>
          <p:nvPr/>
        </p:nvSpPr>
        <p:spPr bwMode="auto">
          <a:xfrm>
            <a:off x="1104900" y="1562100"/>
            <a:ext cx="7878763" cy="0"/>
          </a:xfrm>
          <a:prstGeom prst="line">
            <a:avLst/>
          </a:prstGeom>
          <a:noFill/>
          <a:ln w="12700" cap="flat">
            <a:solidFill>
              <a:srgbClr val="A5A59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12700" algn="ctr" rotWithShape="0">
              <a:schemeClr val="bg2">
                <a:alpha val="81999"/>
              </a:schemeClr>
            </a:outerShdw>
          </a:effectLst>
        </p:spPr>
        <p:txBody>
          <a:bodyPr lIns="0" tIns="0" rIns="0" bIns="0"/>
          <a:lstStyle/>
          <a:p>
            <a:endParaRPr lang="es-A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  <p:sldLayoutId id="2147483786" r:id="rId11"/>
  </p:sldLayoutIdLst>
  <p:transition/>
  <p:txStyles>
    <p:titleStyle>
      <a:lvl1pPr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+mj-lt"/>
          <a:ea typeface="+mj-ea"/>
          <a:cs typeface="+mj-cs"/>
          <a:sym typeface="Copperplate" charset="0"/>
        </a:defRPr>
      </a:lvl1pPr>
      <a:lvl2pPr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2pPr>
      <a:lvl3pPr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3pPr>
      <a:lvl4pPr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4pPr>
      <a:lvl5pPr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9pPr>
    </p:titleStyle>
    <p:bodyStyle>
      <a:lvl1pPr marL="625475" indent="-409575" algn="l" rtl="0" fontAlgn="base">
        <a:spcBef>
          <a:spcPts val="2300"/>
        </a:spcBef>
        <a:spcAft>
          <a:spcPct val="0"/>
        </a:spcAft>
        <a:buSzPct val="100000"/>
        <a:buFont typeface="Palatino" charset="0"/>
        <a:buChar char="•"/>
        <a:defRPr sz="28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1pPr>
      <a:lvl2pPr marL="968375" indent="-409575" algn="l" rtl="0" fontAlgn="base">
        <a:spcBef>
          <a:spcPts val="2300"/>
        </a:spcBef>
        <a:spcAft>
          <a:spcPct val="0"/>
        </a:spcAft>
        <a:buSzPct val="100000"/>
        <a:buFont typeface="Palatino" charset="0"/>
        <a:buChar char="•"/>
        <a:defRPr sz="28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2pPr>
      <a:lvl3pPr marL="1311275" indent="-409575" algn="l" rtl="0" fontAlgn="base">
        <a:spcBef>
          <a:spcPts val="2300"/>
        </a:spcBef>
        <a:spcAft>
          <a:spcPct val="0"/>
        </a:spcAft>
        <a:buSzPct val="100000"/>
        <a:buFont typeface="Palatino" charset="0"/>
        <a:buChar char="•"/>
        <a:defRPr sz="28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3pPr>
      <a:lvl4pPr marL="1666875" indent="-409575" algn="l" rtl="0" fontAlgn="base">
        <a:spcBef>
          <a:spcPts val="2300"/>
        </a:spcBef>
        <a:spcAft>
          <a:spcPct val="0"/>
        </a:spcAft>
        <a:buSzPct val="100000"/>
        <a:buFont typeface="Palatino" charset="0"/>
        <a:buChar char="•"/>
        <a:defRPr sz="28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4pPr>
      <a:lvl5pPr marL="2009775" indent="-409575" algn="l" rtl="0" fontAlgn="base">
        <a:spcBef>
          <a:spcPts val="2300"/>
        </a:spcBef>
        <a:spcAft>
          <a:spcPct val="0"/>
        </a:spcAft>
        <a:buSzPct val="100000"/>
        <a:buFont typeface="Palatino" charset="0"/>
        <a:buChar char="•"/>
        <a:defRPr sz="28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5pPr>
      <a:lvl6pPr marL="2466975" indent="-409575" algn="l" rtl="0" fontAlgn="base">
        <a:spcBef>
          <a:spcPts val="2300"/>
        </a:spcBef>
        <a:spcAft>
          <a:spcPct val="0"/>
        </a:spcAft>
        <a:buSzPct val="100000"/>
        <a:buFont typeface="Palatino" charset="0"/>
        <a:buChar char="•"/>
        <a:defRPr sz="28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6pPr>
      <a:lvl7pPr marL="2924175" indent="-409575" algn="l" rtl="0" fontAlgn="base">
        <a:spcBef>
          <a:spcPts val="2300"/>
        </a:spcBef>
        <a:spcAft>
          <a:spcPct val="0"/>
        </a:spcAft>
        <a:buSzPct val="100000"/>
        <a:buFont typeface="Palatino" charset="0"/>
        <a:buChar char="•"/>
        <a:defRPr sz="28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7pPr>
      <a:lvl8pPr marL="3381375" indent="-409575" algn="l" rtl="0" fontAlgn="base">
        <a:spcBef>
          <a:spcPts val="2300"/>
        </a:spcBef>
        <a:spcAft>
          <a:spcPct val="0"/>
        </a:spcAft>
        <a:buSzPct val="100000"/>
        <a:buFont typeface="Palatino" charset="0"/>
        <a:buChar char="•"/>
        <a:defRPr sz="28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8pPr>
      <a:lvl9pPr marL="3838575" indent="-409575" algn="l" rtl="0" fontAlgn="base">
        <a:spcBef>
          <a:spcPts val="2300"/>
        </a:spcBef>
        <a:spcAft>
          <a:spcPct val="0"/>
        </a:spcAft>
        <a:buSzPct val="100000"/>
        <a:buFont typeface="Palatino" charset="0"/>
        <a:buChar char="•"/>
        <a:defRPr sz="28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1"/>
          <p:cNvSpPr>
            <a:spLocks noChangeArrowheads="1"/>
          </p:cNvSpPr>
          <p:nvPr>
            <p:ph type="title"/>
          </p:nvPr>
        </p:nvSpPr>
        <p:spPr bwMode="auto">
          <a:xfrm>
            <a:off x="977900" y="203200"/>
            <a:ext cx="8115300" cy="1320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Copperplate" charset="0"/>
              </a:rPr>
              <a:t>Click to edit Master title style</a:t>
            </a:r>
          </a:p>
        </p:txBody>
      </p:sp>
      <p:sp>
        <p:nvSpPr>
          <p:cNvPr id="12290" name="Rectangle 2"/>
          <p:cNvSpPr>
            <a:spLocks noChangeArrowheads="1"/>
          </p:cNvSpPr>
          <p:nvPr>
            <p:ph type="body" idx="1"/>
          </p:nvPr>
        </p:nvSpPr>
        <p:spPr bwMode="auto">
          <a:xfrm>
            <a:off x="977900" y="2032000"/>
            <a:ext cx="3911600" cy="4876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Palatino" charset="0"/>
              </a:rPr>
              <a:t>Click to edit Master text styles</a:t>
            </a:r>
          </a:p>
          <a:p>
            <a:pPr lvl="1"/>
            <a:r>
              <a:rPr lang="en-US" smtClean="0">
                <a:sym typeface="Palatino" charset="0"/>
              </a:rPr>
              <a:t>Second level</a:t>
            </a:r>
          </a:p>
          <a:p>
            <a:pPr lvl="2"/>
            <a:r>
              <a:rPr lang="en-US" smtClean="0">
                <a:sym typeface="Palatino" charset="0"/>
              </a:rPr>
              <a:t>Third level</a:t>
            </a:r>
          </a:p>
          <a:p>
            <a:pPr lvl="3"/>
            <a:r>
              <a:rPr lang="en-US" smtClean="0">
                <a:sym typeface="Palatino" charset="0"/>
              </a:rPr>
              <a:t>Fourth level</a:t>
            </a:r>
          </a:p>
          <a:p>
            <a:pPr lvl="4"/>
            <a:r>
              <a:rPr lang="en-US" smtClean="0">
                <a:sym typeface="Palatino" charset="0"/>
              </a:rPr>
              <a:t>Fifth level</a:t>
            </a:r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1104900" y="1562100"/>
            <a:ext cx="7878763" cy="0"/>
          </a:xfrm>
          <a:prstGeom prst="line">
            <a:avLst/>
          </a:prstGeom>
          <a:noFill/>
          <a:ln w="12700" cap="flat">
            <a:solidFill>
              <a:srgbClr val="A5A59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12700" algn="ctr" rotWithShape="0">
              <a:schemeClr val="bg2">
                <a:alpha val="81999"/>
              </a:schemeClr>
            </a:outerShdw>
          </a:effectLst>
        </p:spPr>
        <p:txBody>
          <a:bodyPr lIns="0" tIns="0" rIns="0" bIns="0"/>
          <a:lstStyle/>
          <a:p>
            <a:endParaRPr lang="es-A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</p:sldLayoutIdLst>
  <p:transition/>
  <p:txStyles>
    <p:titleStyle>
      <a:lvl1pPr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+mj-lt"/>
          <a:ea typeface="+mj-ea"/>
          <a:cs typeface="+mj-cs"/>
          <a:sym typeface="Copperplate" charset="0"/>
        </a:defRPr>
      </a:lvl1pPr>
      <a:lvl2pPr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2pPr>
      <a:lvl3pPr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3pPr>
      <a:lvl4pPr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4pPr>
      <a:lvl5pPr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9pPr>
    </p:titleStyle>
    <p:bodyStyle>
      <a:lvl1pPr marL="625475" indent="-409575" algn="l" rtl="0" fontAlgn="base">
        <a:spcBef>
          <a:spcPts val="2300"/>
        </a:spcBef>
        <a:spcAft>
          <a:spcPct val="0"/>
        </a:spcAft>
        <a:buSzPct val="100000"/>
        <a:buFont typeface="Palatino" charset="0"/>
        <a:buChar char="•"/>
        <a:defRPr sz="28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1pPr>
      <a:lvl2pPr marL="968375" indent="-409575" algn="l" rtl="0" fontAlgn="base">
        <a:spcBef>
          <a:spcPts val="2300"/>
        </a:spcBef>
        <a:spcAft>
          <a:spcPct val="0"/>
        </a:spcAft>
        <a:buSzPct val="100000"/>
        <a:buFont typeface="Palatino" charset="0"/>
        <a:buChar char="•"/>
        <a:defRPr sz="28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2pPr>
      <a:lvl3pPr marL="1311275" indent="-409575" algn="l" rtl="0" fontAlgn="base">
        <a:spcBef>
          <a:spcPts val="2300"/>
        </a:spcBef>
        <a:spcAft>
          <a:spcPct val="0"/>
        </a:spcAft>
        <a:buSzPct val="100000"/>
        <a:buFont typeface="Palatino" charset="0"/>
        <a:buChar char="•"/>
        <a:defRPr sz="28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3pPr>
      <a:lvl4pPr marL="1666875" indent="-409575" algn="l" rtl="0" fontAlgn="base">
        <a:spcBef>
          <a:spcPts val="2300"/>
        </a:spcBef>
        <a:spcAft>
          <a:spcPct val="0"/>
        </a:spcAft>
        <a:buSzPct val="100000"/>
        <a:buFont typeface="Palatino" charset="0"/>
        <a:buChar char="•"/>
        <a:defRPr sz="28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4pPr>
      <a:lvl5pPr marL="2009775" indent="-409575" algn="l" rtl="0" fontAlgn="base">
        <a:spcBef>
          <a:spcPts val="2300"/>
        </a:spcBef>
        <a:spcAft>
          <a:spcPct val="0"/>
        </a:spcAft>
        <a:buSzPct val="100000"/>
        <a:buFont typeface="Palatino" charset="0"/>
        <a:buChar char="•"/>
        <a:defRPr sz="28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5pPr>
      <a:lvl6pPr marL="2466975" indent="-409575" algn="l" rtl="0" fontAlgn="base">
        <a:spcBef>
          <a:spcPts val="2300"/>
        </a:spcBef>
        <a:spcAft>
          <a:spcPct val="0"/>
        </a:spcAft>
        <a:buSzPct val="100000"/>
        <a:buFont typeface="Palatino" charset="0"/>
        <a:buChar char="•"/>
        <a:defRPr sz="28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6pPr>
      <a:lvl7pPr marL="2924175" indent="-409575" algn="l" rtl="0" fontAlgn="base">
        <a:spcBef>
          <a:spcPts val="2300"/>
        </a:spcBef>
        <a:spcAft>
          <a:spcPct val="0"/>
        </a:spcAft>
        <a:buSzPct val="100000"/>
        <a:buFont typeface="Palatino" charset="0"/>
        <a:buChar char="•"/>
        <a:defRPr sz="28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7pPr>
      <a:lvl8pPr marL="3381375" indent="-409575" algn="l" rtl="0" fontAlgn="base">
        <a:spcBef>
          <a:spcPts val="2300"/>
        </a:spcBef>
        <a:spcAft>
          <a:spcPct val="0"/>
        </a:spcAft>
        <a:buSzPct val="100000"/>
        <a:buFont typeface="Palatino" charset="0"/>
        <a:buChar char="•"/>
        <a:defRPr sz="28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8pPr>
      <a:lvl9pPr marL="3838575" indent="-409575" algn="l" rtl="0" fontAlgn="base">
        <a:spcBef>
          <a:spcPts val="2300"/>
        </a:spcBef>
        <a:spcAft>
          <a:spcPct val="0"/>
        </a:spcAft>
        <a:buSzPct val="100000"/>
        <a:buFont typeface="Palatino" charset="0"/>
        <a:buChar char="•"/>
        <a:defRPr sz="28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1"/>
          <p:cNvSpPr>
            <a:spLocks noChangeArrowheads="1"/>
          </p:cNvSpPr>
          <p:nvPr>
            <p:ph type="title"/>
          </p:nvPr>
        </p:nvSpPr>
        <p:spPr bwMode="auto">
          <a:xfrm>
            <a:off x="622300" y="6045200"/>
            <a:ext cx="4927600" cy="1270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Copperplate" charset="0"/>
              </a:rPr>
              <a:t>Click to edit Master title style</a:t>
            </a:r>
          </a:p>
        </p:txBody>
      </p:sp>
      <p:sp>
        <p:nvSpPr>
          <p:cNvPr id="13314" name="Rectangle 2"/>
          <p:cNvSpPr>
            <a:spLocks noChangeArrowheads="1"/>
          </p:cNvSpPr>
          <p:nvPr>
            <p:ph type="body" idx="1"/>
          </p:nvPr>
        </p:nvSpPr>
        <p:spPr bwMode="auto">
          <a:xfrm>
            <a:off x="6007100" y="6045200"/>
            <a:ext cx="3911600" cy="1270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Palatino" charset="0"/>
              </a:rPr>
              <a:t>Click to edit Master text styles</a:t>
            </a:r>
          </a:p>
          <a:p>
            <a:pPr lvl="1"/>
            <a:r>
              <a:rPr lang="en-US" smtClean="0">
                <a:sym typeface="Palatino" charset="0"/>
              </a:rPr>
              <a:t>Second level</a:t>
            </a:r>
          </a:p>
          <a:p>
            <a:pPr lvl="2"/>
            <a:r>
              <a:rPr lang="en-US" smtClean="0">
                <a:sym typeface="Palatino" charset="0"/>
              </a:rPr>
              <a:t>Third level</a:t>
            </a:r>
          </a:p>
          <a:p>
            <a:pPr lvl="3"/>
            <a:r>
              <a:rPr lang="en-US" smtClean="0">
                <a:sym typeface="Palatino" charset="0"/>
              </a:rPr>
              <a:t>Fourth level</a:t>
            </a:r>
          </a:p>
          <a:p>
            <a:pPr lvl="4"/>
            <a:r>
              <a:rPr lang="en-US" smtClean="0">
                <a:sym typeface="Palatino" charset="0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+mj-lt"/>
          <a:ea typeface="+mj-ea"/>
          <a:cs typeface="+mj-cs"/>
          <a:sym typeface="Copperplate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9pPr>
    </p:titleStyle>
    <p:bodyStyle>
      <a:lvl1pPr algn="l" rtl="0" fontAlgn="base">
        <a:spcBef>
          <a:spcPct val="0"/>
        </a:spcBef>
        <a:spcAft>
          <a:spcPct val="0"/>
        </a:spcAft>
        <a:defRPr sz="1400">
          <a:solidFill>
            <a:srgbClr val="4D4D4D"/>
          </a:solidFill>
          <a:latin typeface="+mn-lt"/>
          <a:ea typeface="+mn-ea"/>
          <a:cs typeface="+mn-cs"/>
          <a:sym typeface="Palatino" charset="0"/>
        </a:defRPr>
      </a:lvl1pPr>
      <a:lvl2pPr algn="l" rtl="0" fontAlgn="base">
        <a:spcBef>
          <a:spcPct val="0"/>
        </a:spcBef>
        <a:spcAft>
          <a:spcPct val="0"/>
        </a:spcAft>
        <a:defRPr sz="1400">
          <a:solidFill>
            <a:srgbClr val="4D4D4D"/>
          </a:solidFill>
          <a:latin typeface="+mn-lt"/>
          <a:ea typeface="+mn-ea"/>
          <a:cs typeface="+mn-cs"/>
          <a:sym typeface="Palatino" charset="0"/>
        </a:defRPr>
      </a:lvl2pPr>
      <a:lvl3pPr algn="l" rtl="0" fontAlgn="base">
        <a:spcBef>
          <a:spcPct val="0"/>
        </a:spcBef>
        <a:spcAft>
          <a:spcPct val="0"/>
        </a:spcAft>
        <a:defRPr sz="1400">
          <a:solidFill>
            <a:srgbClr val="4D4D4D"/>
          </a:solidFill>
          <a:latin typeface="+mn-lt"/>
          <a:ea typeface="+mn-ea"/>
          <a:cs typeface="+mn-cs"/>
          <a:sym typeface="Palatino" charset="0"/>
        </a:defRPr>
      </a:lvl3pPr>
      <a:lvl4pPr algn="l" rtl="0" fontAlgn="base">
        <a:spcBef>
          <a:spcPct val="0"/>
        </a:spcBef>
        <a:spcAft>
          <a:spcPct val="0"/>
        </a:spcAft>
        <a:defRPr sz="1400">
          <a:solidFill>
            <a:srgbClr val="4D4D4D"/>
          </a:solidFill>
          <a:latin typeface="+mn-lt"/>
          <a:ea typeface="+mn-ea"/>
          <a:cs typeface="+mn-cs"/>
          <a:sym typeface="Palatino" charset="0"/>
        </a:defRPr>
      </a:lvl4pPr>
      <a:lvl5pPr algn="l" rtl="0" fontAlgn="base">
        <a:spcBef>
          <a:spcPct val="0"/>
        </a:spcBef>
        <a:spcAft>
          <a:spcPct val="0"/>
        </a:spcAft>
        <a:defRPr sz="1400">
          <a:solidFill>
            <a:srgbClr val="4D4D4D"/>
          </a:solidFill>
          <a:latin typeface="+mn-lt"/>
          <a:ea typeface="+mn-ea"/>
          <a:cs typeface="+mn-cs"/>
          <a:sym typeface="Palatino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1400">
          <a:solidFill>
            <a:srgbClr val="4D4D4D"/>
          </a:solidFill>
          <a:latin typeface="+mn-lt"/>
          <a:ea typeface="+mn-ea"/>
          <a:cs typeface="+mn-cs"/>
          <a:sym typeface="Palatino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1400">
          <a:solidFill>
            <a:srgbClr val="4D4D4D"/>
          </a:solidFill>
          <a:latin typeface="+mn-lt"/>
          <a:ea typeface="+mn-ea"/>
          <a:cs typeface="+mn-cs"/>
          <a:sym typeface="Palatino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1400">
          <a:solidFill>
            <a:srgbClr val="4D4D4D"/>
          </a:solidFill>
          <a:latin typeface="+mn-lt"/>
          <a:ea typeface="+mn-ea"/>
          <a:cs typeface="+mn-cs"/>
          <a:sym typeface="Palatino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1400">
          <a:solidFill>
            <a:srgbClr val="4D4D4D"/>
          </a:solidFill>
          <a:latin typeface="+mn-lt"/>
          <a:ea typeface="+mn-ea"/>
          <a:cs typeface="+mn-cs"/>
          <a:sym typeface="Palatino" charset="0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/>
          <p:cNvSpPr>
            <a:spLocks noChangeArrowheads="1"/>
          </p:cNvSpPr>
          <p:nvPr>
            <p:ph type="title"/>
          </p:nvPr>
        </p:nvSpPr>
        <p:spPr bwMode="auto">
          <a:xfrm>
            <a:off x="5588000" y="546100"/>
            <a:ext cx="4406900" cy="1270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dist="12699" dir="5400000" algn="ctr" rotWithShape="0">
              <a:schemeClr val="bg2"/>
            </a:outerShdw>
          </a:effectLst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Copperplate" charset="0"/>
              </a:rPr>
              <a:t>Click to edit Master title style</a:t>
            </a:r>
          </a:p>
        </p:txBody>
      </p:sp>
      <p:sp>
        <p:nvSpPr>
          <p:cNvPr id="14338" name="Rectangle 2"/>
          <p:cNvSpPr>
            <a:spLocks noChangeArrowheads="1"/>
          </p:cNvSpPr>
          <p:nvPr>
            <p:ph type="body" idx="1"/>
          </p:nvPr>
        </p:nvSpPr>
        <p:spPr bwMode="auto">
          <a:xfrm>
            <a:off x="5588000" y="5778500"/>
            <a:ext cx="4406900" cy="1270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Palatino" charset="0"/>
              </a:rPr>
              <a:t>Click to edit Master text styles</a:t>
            </a:r>
          </a:p>
          <a:p>
            <a:pPr lvl="1"/>
            <a:r>
              <a:rPr lang="en-US" smtClean="0">
                <a:sym typeface="Palatino" charset="0"/>
              </a:rPr>
              <a:t>Second level</a:t>
            </a:r>
          </a:p>
          <a:p>
            <a:pPr lvl="2"/>
            <a:r>
              <a:rPr lang="en-US" smtClean="0">
                <a:sym typeface="Palatino" charset="0"/>
              </a:rPr>
              <a:t>Third level</a:t>
            </a:r>
          </a:p>
          <a:p>
            <a:pPr lvl="3"/>
            <a:r>
              <a:rPr lang="en-US" smtClean="0">
                <a:sym typeface="Palatino" charset="0"/>
              </a:rPr>
              <a:t>Fourth level</a:t>
            </a:r>
          </a:p>
          <a:p>
            <a:pPr lvl="4"/>
            <a:r>
              <a:rPr lang="en-US" smtClean="0">
                <a:sym typeface="Palatino" charset="0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2800">
          <a:solidFill>
            <a:srgbClr val="1A1A1A"/>
          </a:solidFill>
          <a:latin typeface="+mj-lt"/>
          <a:ea typeface="+mj-ea"/>
          <a:cs typeface="+mj-cs"/>
          <a:sym typeface="Copperplate" charset="0"/>
        </a:defRPr>
      </a:lvl1pPr>
      <a:lvl2pPr algn="l" rtl="0" fontAlgn="base">
        <a:spcBef>
          <a:spcPct val="0"/>
        </a:spcBef>
        <a:spcAft>
          <a:spcPct val="0"/>
        </a:spcAft>
        <a:defRPr sz="2800">
          <a:solidFill>
            <a:srgbClr val="1A1A1A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2pPr>
      <a:lvl3pPr algn="l" rtl="0" fontAlgn="base">
        <a:spcBef>
          <a:spcPct val="0"/>
        </a:spcBef>
        <a:spcAft>
          <a:spcPct val="0"/>
        </a:spcAft>
        <a:defRPr sz="2800">
          <a:solidFill>
            <a:srgbClr val="1A1A1A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3pPr>
      <a:lvl4pPr algn="l" rtl="0" fontAlgn="base">
        <a:spcBef>
          <a:spcPct val="0"/>
        </a:spcBef>
        <a:spcAft>
          <a:spcPct val="0"/>
        </a:spcAft>
        <a:defRPr sz="2800">
          <a:solidFill>
            <a:srgbClr val="1A1A1A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4pPr>
      <a:lvl5pPr algn="l" rtl="0" fontAlgn="base">
        <a:spcBef>
          <a:spcPct val="0"/>
        </a:spcBef>
        <a:spcAft>
          <a:spcPct val="0"/>
        </a:spcAft>
        <a:defRPr sz="2800">
          <a:solidFill>
            <a:srgbClr val="1A1A1A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>
          <a:solidFill>
            <a:srgbClr val="1A1A1A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>
          <a:solidFill>
            <a:srgbClr val="1A1A1A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>
          <a:solidFill>
            <a:srgbClr val="1A1A1A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>
          <a:solidFill>
            <a:srgbClr val="1A1A1A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9pPr>
    </p:titleStyle>
    <p:bodyStyle>
      <a:lvl1pPr algn="l" rtl="0" fontAlgn="base">
        <a:spcBef>
          <a:spcPct val="0"/>
        </a:spcBef>
        <a:spcAft>
          <a:spcPct val="0"/>
        </a:spcAft>
        <a:defRPr sz="1400">
          <a:solidFill>
            <a:srgbClr val="4D4D4D"/>
          </a:solidFill>
          <a:latin typeface="+mn-lt"/>
          <a:ea typeface="+mn-ea"/>
          <a:cs typeface="+mn-cs"/>
          <a:sym typeface="Palatino" charset="0"/>
        </a:defRPr>
      </a:lvl1pPr>
      <a:lvl2pPr algn="l" rtl="0" fontAlgn="base">
        <a:spcBef>
          <a:spcPct val="0"/>
        </a:spcBef>
        <a:spcAft>
          <a:spcPct val="0"/>
        </a:spcAft>
        <a:defRPr sz="1400">
          <a:solidFill>
            <a:srgbClr val="4D4D4D"/>
          </a:solidFill>
          <a:latin typeface="+mn-lt"/>
          <a:ea typeface="+mn-ea"/>
          <a:cs typeface="+mn-cs"/>
          <a:sym typeface="Palatino" charset="0"/>
        </a:defRPr>
      </a:lvl2pPr>
      <a:lvl3pPr algn="l" rtl="0" fontAlgn="base">
        <a:spcBef>
          <a:spcPct val="0"/>
        </a:spcBef>
        <a:spcAft>
          <a:spcPct val="0"/>
        </a:spcAft>
        <a:defRPr sz="1400">
          <a:solidFill>
            <a:srgbClr val="4D4D4D"/>
          </a:solidFill>
          <a:latin typeface="+mn-lt"/>
          <a:ea typeface="+mn-ea"/>
          <a:cs typeface="+mn-cs"/>
          <a:sym typeface="Palatino" charset="0"/>
        </a:defRPr>
      </a:lvl3pPr>
      <a:lvl4pPr algn="l" rtl="0" fontAlgn="base">
        <a:spcBef>
          <a:spcPct val="0"/>
        </a:spcBef>
        <a:spcAft>
          <a:spcPct val="0"/>
        </a:spcAft>
        <a:defRPr sz="1400">
          <a:solidFill>
            <a:srgbClr val="4D4D4D"/>
          </a:solidFill>
          <a:latin typeface="+mn-lt"/>
          <a:ea typeface="+mn-ea"/>
          <a:cs typeface="+mn-cs"/>
          <a:sym typeface="Palatino" charset="0"/>
        </a:defRPr>
      </a:lvl4pPr>
      <a:lvl5pPr algn="l" rtl="0" fontAlgn="base">
        <a:spcBef>
          <a:spcPct val="0"/>
        </a:spcBef>
        <a:spcAft>
          <a:spcPct val="0"/>
        </a:spcAft>
        <a:defRPr sz="1400">
          <a:solidFill>
            <a:srgbClr val="4D4D4D"/>
          </a:solidFill>
          <a:latin typeface="+mn-lt"/>
          <a:ea typeface="+mn-ea"/>
          <a:cs typeface="+mn-cs"/>
          <a:sym typeface="Palatino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1400">
          <a:solidFill>
            <a:srgbClr val="4D4D4D"/>
          </a:solidFill>
          <a:latin typeface="+mn-lt"/>
          <a:ea typeface="+mn-ea"/>
          <a:cs typeface="+mn-cs"/>
          <a:sym typeface="Palatino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1400">
          <a:solidFill>
            <a:srgbClr val="4D4D4D"/>
          </a:solidFill>
          <a:latin typeface="+mn-lt"/>
          <a:ea typeface="+mn-ea"/>
          <a:cs typeface="+mn-cs"/>
          <a:sym typeface="Palatino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1400">
          <a:solidFill>
            <a:srgbClr val="4D4D4D"/>
          </a:solidFill>
          <a:latin typeface="+mn-lt"/>
          <a:ea typeface="+mn-ea"/>
          <a:cs typeface="+mn-cs"/>
          <a:sym typeface="Palatino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1400">
          <a:solidFill>
            <a:srgbClr val="4D4D4D"/>
          </a:solidFill>
          <a:latin typeface="+mn-lt"/>
          <a:ea typeface="+mn-ea"/>
          <a:cs typeface="+mn-cs"/>
          <a:sym typeface="Palatino" charset="0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"/>
          <p:cNvSpPr>
            <a:spLocks noChangeArrowheads="1"/>
          </p:cNvSpPr>
          <p:nvPr>
            <p:ph type="title"/>
          </p:nvPr>
        </p:nvSpPr>
        <p:spPr bwMode="auto">
          <a:xfrm>
            <a:off x="622300" y="6045200"/>
            <a:ext cx="4927600" cy="1270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Copperplate" charset="0"/>
              </a:rPr>
              <a:t>Click to edit Master title style</a:t>
            </a:r>
          </a:p>
        </p:txBody>
      </p:sp>
      <p:sp>
        <p:nvSpPr>
          <p:cNvPr id="15362" name="Rectangle 2"/>
          <p:cNvSpPr>
            <a:spLocks noChangeArrowheads="1"/>
          </p:cNvSpPr>
          <p:nvPr>
            <p:ph type="body" idx="1"/>
          </p:nvPr>
        </p:nvSpPr>
        <p:spPr bwMode="auto">
          <a:xfrm>
            <a:off x="6007100" y="6045200"/>
            <a:ext cx="3911600" cy="1270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Palatino" charset="0"/>
              </a:rPr>
              <a:t>Click to edit Master text styles</a:t>
            </a:r>
          </a:p>
          <a:p>
            <a:pPr lvl="1"/>
            <a:r>
              <a:rPr lang="en-US" smtClean="0">
                <a:sym typeface="Palatino" charset="0"/>
              </a:rPr>
              <a:t>Second level</a:t>
            </a:r>
          </a:p>
          <a:p>
            <a:pPr lvl="2"/>
            <a:r>
              <a:rPr lang="en-US" smtClean="0">
                <a:sym typeface="Palatino" charset="0"/>
              </a:rPr>
              <a:t>Third level</a:t>
            </a:r>
          </a:p>
          <a:p>
            <a:pPr lvl="3"/>
            <a:r>
              <a:rPr lang="en-US" smtClean="0">
                <a:sym typeface="Palatino" charset="0"/>
              </a:rPr>
              <a:t>Fourth level</a:t>
            </a:r>
          </a:p>
          <a:p>
            <a:pPr lvl="4"/>
            <a:r>
              <a:rPr lang="en-US" smtClean="0">
                <a:sym typeface="Palatino" charset="0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26" r:id="rId7"/>
    <p:sldLayoutId id="2147483827" r:id="rId8"/>
    <p:sldLayoutId id="2147483828" r:id="rId9"/>
    <p:sldLayoutId id="2147483829" r:id="rId10"/>
    <p:sldLayoutId id="2147483830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+mj-lt"/>
          <a:ea typeface="+mj-ea"/>
          <a:cs typeface="+mj-cs"/>
          <a:sym typeface="Copperplate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9pPr>
    </p:titleStyle>
    <p:bodyStyle>
      <a:lvl1pPr algn="l" rtl="0" fontAlgn="base">
        <a:spcBef>
          <a:spcPct val="0"/>
        </a:spcBef>
        <a:spcAft>
          <a:spcPct val="0"/>
        </a:spcAft>
        <a:defRPr sz="1400">
          <a:solidFill>
            <a:srgbClr val="4D4D4D"/>
          </a:solidFill>
          <a:latin typeface="+mn-lt"/>
          <a:ea typeface="+mn-ea"/>
          <a:cs typeface="+mn-cs"/>
          <a:sym typeface="Palatino" charset="0"/>
        </a:defRPr>
      </a:lvl1pPr>
      <a:lvl2pPr algn="l" rtl="0" fontAlgn="base">
        <a:spcBef>
          <a:spcPct val="0"/>
        </a:spcBef>
        <a:spcAft>
          <a:spcPct val="0"/>
        </a:spcAft>
        <a:defRPr sz="1400">
          <a:solidFill>
            <a:srgbClr val="4D4D4D"/>
          </a:solidFill>
          <a:latin typeface="+mn-lt"/>
          <a:ea typeface="+mn-ea"/>
          <a:cs typeface="+mn-cs"/>
          <a:sym typeface="Palatino" charset="0"/>
        </a:defRPr>
      </a:lvl2pPr>
      <a:lvl3pPr algn="l" rtl="0" fontAlgn="base">
        <a:spcBef>
          <a:spcPct val="0"/>
        </a:spcBef>
        <a:spcAft>
          <a:spcPct val="0"/>
        </a:spcAft>
        <a:defRPr sz="1400">
          <a:solidFill>
            <a:srgbClr val="4D4D4D"/>
          </a:solidFill>
          <a:latin typeface="+mn-lt"/>
          <a:ea typeface="+mn-ea"/>
          <a:cs typeface="+mn-cs"/>
          <a:sym typeface="Palatino" charset="0"/>
        </a:defRPr>
      </a:lvl3pPr>
      <a:lvl4pPr algn="l" rtl="0" fontAlgn="base">
        <a:spcBef>
          <a:spcPct val="0"/>
        </a:spcBef>
        <a:spcAft>
          <a:spcPct val="0"/>
        </a:spcAft>
        <a:defRPr sz="1400">
          <a:solidFill>
            <a:srgbClr val="4D4D4D"/>
          </a:solidFill>
          <a:latin typeface="+mn-lt"/>
          <a:ea typeface="+mn-ea"/>
          <a:cs typeface="+mn-cs"/>
          <a:sym typeface="Palatino" charset="0"/>
        </a:defRPr>
      </a:lvl4pPr>
      <a:lvl5pPr algn="l" rtl="0" fontAlgn="base">
        <a:spcBef>
          <a:spcPct val="0"/>
        </a:spcBef>
        <a:spcAft>
          <a:spcPct val="0"/>
        </a:spcAft>
        <a:defRPr sz="1400">
          <a:solidFill>
            <a:srgbClr val="4D4D4D"/>
          </a:solidFill>
          <a:latin typeface="+mn-lt"/>
          <a:ea typeface="+mn-ea"/>
          <a:cs typeface="+mn-cs"/>
          <a:sym typeface="Palatino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1400">
          <a:solidFill>
            <a:srgbClr val="4D4D4D"/>
          </a:solidFill>
          <a:latin typeface="+mn-lt"/>
          <a:ea typeface="+mn-ea"/>
          <a:cs typeface="+mn-cs"/>
          <a:sym typeface="Palatino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1400">
          <a:solidFill>
            <a:srgbClr val="4D4D4D"/>
          </a:solidFill>
          <a:latin typeface="+mn-lt"/>
          <a:ea typeface="+mn-ea"/>
          <a:cs typeface="+mn-cs"/>
          <a:sym typeface="Palatino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1400">
          <a:solidFill>
            <a:srgbClr val="4D4D4D"/>
          </a:solidFill>
          <a:latin typeface="+mn-lt"/>
          <a:ea typeface="+mn-ea"/>
          <a:cs typeface="+mn-cs"/>
          <a:sym typeface="Palatino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1400">
          <a:solidFill>
            <a:srgbClr val="4D4D4D"/>
          </a:solidFill>
          <a:latin typeface="+mn-lt"/>
          <a:ea typeface="+mn-ea"/>
          <a:cs typeface="+mn-cs"/>
          <a:sym typeface="Palatino" charset="0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+mj-lt"/>
          <a:ea typeface="+mj-ea"/>
          <a:cs typeface="+mj-cs"/>
          <a:sym typeface="Copperplate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9pPr>
    </p:titleStyle>
    <p:bodyStyle>
      <a:lvl1pPr algn="l" rtl="0" fontAlgn="base">
        <a:spcBef>
          <a:spcPct val="0"/>
        </a:spcBef>
        <a:spcAft>
          <a:spcPct val="0"/>
        </a:spcAft>
        <a:defRPr sz="1400">
          <a:solidFill>
            <a:srgbClr val="4D4D4D"/>
          </a:solidFill>
          <a:latin typeface="+mn-lt"/>
          <a:ea typeface="+mn-ea"/>
          <a:cs typeface="+mn-cs"/>
          <a:sym typeface="Palatino" charset="0"/>
        </a:defRPr>
      </a:lvl1pPr>
      <a:lvl2pPr algn="l" rtl="0" fontAlgn="base">
        <a:spcBef>
          <a:spcPct val="0"/>
        </a:spcBef>
        <a:spcAft>
          <a:spcPct val="0"/>
        </a:spcAft>
        <a:defRPr sz="1400">
          <a:solidFill>
            <a:srgbClr val="4D4D4D"/>
          </a:solidFill>
          <a:latin typeface="+mn-lt"/>
          <a:ea typeface="+mn-ea"/>
          <a:cs typeface="+mn-cs"/>
          <a:sym typeface="Palatino" charset="0"/>
        </a:defRPr>
      </a:lvl2pPr>
      <a:lvl3pPr algn="l" rtl="0" fontAlgn="base">
        <a:spcBef>
          <a:spcPct val="0"/>
        </a:spcBef>
        <a:spcAft>
          <a:spcPct val="0"/>
        </a:spcAft>
        <a:defRPr sz="1400">
          <a:solidFill>
            <a:srgbClr val="4D4D4D"/>
          </a:solidFill>
          <a:latin typeface="+mn-lt"/>
          <a:ea typeface="+mn-ea"/>
          <a:cs typeface="+mn-cs"/>
          <a:sym typeface="Palatino" charset="0"/>
        </a:defRPr>
      </a:lvl3pPr>
      <a:lvl4pPr algn="l" rtl="0" fontAlgn="base">
        <a:spcBef>
          <a:spcPct val="0"/>
        </a:spcBef>
        <a:spcAft>
          <a:spcPct val="0"/>
        </a:spcAft>
        <a:defRPr sz="1400">
          <a:solidFill>
            <a:srgbClr val="4D4D4D"/>
          </a:solidFill>
          <a:latin typeface="+mn-lt"/>
          <a:ea typeface="+mn-ea"/>
          <a:cs typeface="+mn-cs"/>
          <a:sym typeface="Palatino" charset="0"/>
        </a:defRPr>
      </a:lvl4pPr>
      <a:lvl5pPr algn="l" rtl="0" fontAlgn="base">
        <a:spcBef>
          <a:spcPct val="0"/>
        </a:spcBef>
        <a:spcAft>
          <a:spcPct val="0"/>
        </a:spcAft>
        <a:defRPr sz="1400">
          <a:solidFill>
            <a:srgbClr val="4D4D4D"/>
          </a:solidFill>
          <a:latin typeface="+mn-lt"/>
          <a:ea typeface="+mn-ea"/>
          <a:cs typeface="+mn-cs"/>
          <a:sym typeface="Palatino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1400">
          <a:solidFill>
            <a:srgbClr val="4D4D4D"/>
          </a:solidFill>
          <a:latin typeface="+mn-lt"/>
          <a:ea typeface="+mn-ea"/>
          <a:cs typeface="+mn-cs"/>
          <a:sym typeface="Palatino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1400">
          <a:solidFill>
            <a:srgbClr val="4D4D4D"/>
          </a:solidFill>
          <a:latin typeface="+mn-lt"/>
          <a:ea typeface="+mn-ea"/>
          <a:cs typeface="+mn-cs"/>
          <a:sym typeface="Palatino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1400">
          <a:solidFill>
            <a:srgbClr val="4D4D4D"/>
          </a:solidFill>
          <a:latin typeface="+mn-lt"/>
          <a:ea typeface="+mn-ea"/>
          <a:cs typeface="+mn-cs"/>
          <a:sym typeface="Palatino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1400">
          <a:solidFill>
            <a:srgbClr val="4D4D4D"/>
          </a:solidFill>
          <a:latin typeface="+mn-lt"/>
          <a:ea typeface="+mn-ea"/>
          <a:cs typeface="+mn-cs"/>
          <a:sym typeface="Palatino" charset="0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  <p:sldLayoutId id="2147483843" r:id="rId2"/>
    <p:sldLayoutId id="2147483844" r:id="rId3"/>
    <p:sldLayoutId id="2147483845" r:id="rId4"/>
    <p:sldLayoutId id="2147483846" r:id="rId5"/>
    <p:sldLayoutId id="2147483847" r:id="rId6"/>
    <p:sldLayoutId id="2147483848" r:id="rId7"/>
    <p:sldLayoutId id="2147483849" r:id="rId8"/>
    <p:sldLayoutId id="2147483850" r:id="rId9"/>
    <p:sldLayoutId id="2147483851" r:id="rId10"/>
    <p:sldLayoutId id="2147483852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+mj-lt"/>
          <a:ea typeface="+mj-ea"/>
          <a:cs typeface="+mj-cs"/>
          <a:sym typeface="Copperplate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9pPr>
    </p:titleStyle>
    <p:bodyStyle>
      <a:lvl1pPr algn="l" rtl="0" fontAlgn="base">
        <a:spcBef>
          <a:spcPct val="0"/>
        </a:spcBef>
        <a:spcAft>
          <a:spcPct val="0"/>
        </a:spcAft>
        <a:defRPr sz="1400">
          <a:solidFill>
            <a:srgbClr val="4D4D4D"/>
          </a:solidFill>
          <a:latin typeface="+mn-lt"/>
          <a:ea typeface="+mn-ea"/>
          <a:cs typeface="+mn-cs"/>
          <a:sym typeface="Palatino" charset="0"/>
        </a:defRPr>
      </a:lvl1pPr>
      <a:lvl2pPr algn="l" rtl="0" fontAlgn="base">
        <a:spcBef>
          <a:spcPct val="0"/>
        </a:spcBef>
        <a:spcAft>
          <a:spcPct val="0"/>
        </a:spcAft>
        <a:defRPr sz="1400">
          <a:solidFill>
            <a:srgbClr val="4D4D4D"/>
          </a:solidFill>
          <a:latin typeface="+mn-lt"/>
          <a:ea typeface="+mn-ea"/>
          <a:cs typeface="+mn-cs"/>
          <a:sym typeface="Palatino" charset="0"/>
        </a:defRPr>
      </a:lvl2pPr>
      <a:lvl3pPr algn="l" rtl="0" fontAlgn="base">
        <a:spcBef>
          <a:spcPct val="0"/>
        </a:spcBef>
        <a:spcAft>
          <a:spcPct val="0"/>
        </a:spcAft>
        <a:defRPr sz="1400">
          <a:solidFill>
            <a:srgbClr val="4D4D4D"/>
          </a:solidFill>
          <a:latin typeface="+mn-lt"/>
          <a:ea typeface="+mn-ea"/>
          <a:cs typeface="+mn-cs"/>
          <a:sym typeface="Palatino" charset="0"/>
        </a:defRPr>
      </a:lvl3pPr>
      <a:lvl4pPr algn="l" rtl="0" fontAlgn="base">
        <a:spcBef>
          <a:spcPct val="0"/>
        </a:spcBef>
        <a:spcAft>
          <a:spcPct val="0"/>
        </a:spcAft>
        <a:defRPr sz="1400">
          <a:solidFill>
            <a:srgbClr val="4D4D4D"/>
          </a:solidFill>
          <a:latin typeface="+mn-lt"/>
          <a:ea typeface="+mn-ea"/>
          <a:cs typeface="+mn-cs"/>
          <a:sym typeface="Palatino" charset="0"/>
        </a:defRPr>
      </a:lvl4pPr>
      <a:lvl5pPr algn="l" rtl="0" fontAlgn="base">
        <a:spcBef>
          <a:spcPct val="0"/>
        </a:spcBef>
        <a:spcAft>
          <a:spcPct val="0"/>
        </a:spcAft>
        <a:defRPr sz="1400">
          <a:solidFill>
            <a:srgbClr val="4D4D4D"/>
          </a:solidFill>
          <a:latin typeface="+mn-lt"/>
          <a:ea typeface="+mn-ea"/>
          <a:cs typeface="+mn-cs"/>
          <a:sym typeface="Palatino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1400">
          <a:solidFill>
            <a:srgbClr val="4D4D4D"/>
          </a:solidFill>
          <a:latin typeface="+mn-lt"/>
          <a:ea typeface="+mn-ea"/>
          <a:cs typeface="+mn-cs"/>
          <a:sym typeface="Palatino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1400">
          <a:solidFill>
            <a:srgbClr val="4D4D4D"/>
          </a:solidFill>
          <a:latin typeface="+mn-lt"/>
          <a:ea typeface="+mn-ea"/>
          <a:cs typeface="+mn-cs"/>
          <a:sym typeface="Palatino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1400">
          <a:solidFill>
            <a:srgbClr val="4D4D4D"/>
          </a:solidFill>
          <a:latin typeface="+mn-lt"/>
          <a:ea typeface="+mn-ea"/>
          <a:cs typeface="+mn-cs"/>
          <a:sym typeface="Palatino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1400">
          <a:solidFill>
            <a:srgbClr val="4D4D4D"/>
          </a:solidFill>
          <a:latin typeface="+mn-lt"/>
          <a:ea typeface="+mn-ea"/>
          <a:cs typeface="+mn-cs"/>
          <a:sym typeface="Palatino" charset="0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1"/>
          <p:cNvSpPr>
            <a:spLocks noChangeArrowheads="1"/>
          </p:cNvSpPr>
          <p:nvPr>
            <p:ph type="title"/>
          </p:nvPr>
        </p:nvSpPr>
        <p:spPr bwMode="auto">
          <a:xfrm>
            <a:off x="977900" y="203200"/>
            <a:ext cx="8115300" cy="1320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Copperplate" charset="0"/>
              </a:rPr>
              <a:t>Click to edit Master title style</a:t>
            </a:r>
          </a:p>
        </p:txBody>
      </p:sp>
      <p:sp>
        <p:nvSpPr>
          <p:cNvPr id="18434" name="Rectangle 2"/>
          <p:cNvSpPr>
            <a:spLocks noChangeArrowheads="1"/>
          </p:cNvSpPr>
          <p:nvPr>
            <p:ph type="body" idx="1"/>
          </p:nvPr>
        </p:nvSpPr>
        <p:spPr bwMode="auto">
          <a:xfrm>
            <a:off x="6019800" y="2032000"/>
            <a:ext cx="3073400" cy="4876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Palatino" charset="0"/>
              </a:rPr>
              <a:t>Click to edit Master text styles</a:t>
            </a:r>
          </a:p>
          <a:p>
            <a:pPr lvl="1"/>
            <a:r>
              <a:rPr lang="en-US" smtClean="0">
                <a:sym typeface="Palatino" charset="0"/>
              </a:rPr>
              <a:t>Second level</a:t>
            </a:r>
          </a:p>
          <a:p>
            <a:pPr lvl="2"/>
            <a:r>
              <a:rPr lang="en-US" smtClean="0">
                <a:sym typeface="Palatino" charset="0"/>
              </a:rPr>
              <a:t>Third level</a:t>
            </a:r>
          </a:p>
          <a:p>
            <a:pPr lvl="3"/>
            <a:r>
              <a:rPr lang="en-US" smtClean="0">
                <a:sym typeface="Palatino" charset="0"/>
              </a:rPr>
              <a:t>Fourth level</a:t>
            </a:r>
          </a:p>
          <a:p>
            <a:pPr lvl="4"/>
            <a:r>
              <a:rPr lang="en-US" smtClean="0">
                <a:sym typeface="Palatino" charset="0"/>
              </a:rPr>
              <a:t>Fifth level</a:t>
            </a:r>
          </a:p>
        </p:txBody>
      </p:sp>
      <p:sp>
        <p:nvSpPr>
          <p:cNvPr id="18435" name="Line 3"/>
          <p:cNvSpPr>
            <a:spLocks noChangeShapeType="1"/>
          </p:cNvSpPr>
          <p:nvPr/>
        </p:nvSpPr>
        <p:spPr bwMode="auto">
          <a:xfrm>
            <a:off x="1104900" y="1562100"/>
            <a:ext cx="7878763" cy="0"/>
          </a:xfrm>
          <a:prstGeom prst="line">
            <a:avLst/>
          </a:prstGeom>
          <a:noFill/>
          <a:ln w="12700" cap="flat">
            <a:solidFill>
              <a:srgbClr val="A5A59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12700" algn="ctr" rotWithShape="0">
              <a:schemeClr val="bg2">
                <a:alpha val="81999"/>
              </a:schemeClr>
            </a:outerShdw>
          </a:effectLst>
        </p:spPr>
        <p:txBody>
          <a:bodyPr lIns="0" tIns="0" rIns="0" bIns="0"/>
          <a:lstStyle/>
          <a:p>
            <a:endParaRPr lang="es-A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ransition/>
  <p:txStyles>
    <p:titleStyle>
      <a:lvl1pPr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+mj-lt"/>
          <a:ea typeface="+mj-ea"/>
          <a:cs typeface="+mj-cs"/>
          <a:sym typeface="Copperplate" charset="0"/>
        </a:defRPr>
      </a:lvl1pPr>
      <a:lvl2pPr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2pPr>
      <a:lvl3pPr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3pPr>
      <a:lvl4pPr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4pPr>
      <a:lvl5pPr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5000">
          <a:solidFill>
            <a:srgbClr val="000000"/>
          </a:solidFill>
          <a:latin typeface="Copperplate" charset="0"/>
          <a:ea typeface="ヒラギノ明朝 ProN W3" charset="0"/>
          <a:cs typeface="ヒラギノ明朝 ProN W3" charset="0"/>
          <a:sym typeface="Copperplate" charset="0"/>
        </a:defRPr>
      </a:lvl9pPr>
    </p:titleStyle>
    <p:bodyStyle>
      <a:lvl1pPr marL="625475" indent="-409575" algn="l" rtl="0" fontAlgn="base">
        <a:spcBef>
          <a:spcPts val="2300"/>
        </a:spcBef>
        <a:spcAft>
          <a:spcPct val="0"/>
        </a:spcAft>
        <a:buSzPct val="100000"/>
        <a:buFont typeface="Palatino" charset="0"/>
        <a:buChar char="•"/>
        <a:defRPr sz="28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1pPr>
      <a:lvl2pPr marL="968375" indent="-409575" algn="l" rtl="0" fontAlgn="base">
        <a:spcBef>
          <a:spcPts val="2300"/>
        </a:spcBef>
        <a:spcAft>
          <a:spcPct val="0"/>
        </a:spcAft>
        <a:buSzPct val="100000"/>
        <a:buFont typeface="Palatino" charset="0"/>
        <a:buChar char="•"/>
        <a:defRPr sz="28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2pPr>
      <a:lvl3pPr marL="1311275" indent="-409575" algn="l" rtl="0" fontAlgn="base">
        <a:spcBef>
          <a:spcPts val="2300"/>
        </a:spcBef>
        <a:spcAft>
          <a:spcPct val="0"/>
        </a:spcAft>
        <a:buSzPct val="100000"/>
        <a:buFont typeface="Palatino" charset="0"/>
        <a:buChar char="•"/>
        <a:defRPr sz="28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3pPr>
      <a:lvl4pPr marL="1666875" indent="-409575" algn="l" rtl="0" fontAlgn="base">
        <a:spcBef>
          <a:spcPts val="2300"/>
        </a:spcBef>
        <a:spcAft>
          <a:spcPct val="0"/>
        </a:spcAft>
        <a:buSzPct val="100000"/>
        <a:buFont typeface="Palatino" charset="0"/>
        <a:buChar char="•"/>
        <a:defRPr sz="28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4pPr>
      <a:lvl5pPr marL="2009775" indent="-409575" algn="l" rtl="0" fontAlgn="base">
        <a:spcBef>
          <a:spcPts val="2300"/>
        </a:spcBef>
        <a:spcAft>
          <a:spcPct val="0"/>
        </a:spcAft>
        <a:buSzPct val="100000"/>
        <a:buFont typeface="Palatino" charset="0"/>
        <a:buChar char="•"/>
        <a:defRPr sz="28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5pPr>
      <a:lvl6pPr marL="2466975" indent="-409575" algn="l" rtl="0" fontAlgn="base">
        <a:spcBef>
          <a:spcPts val="2300"/>
        </a:spcBef>
        <a:spcAft>
          <a:spcPct val="0"/>
        </a:spcAft>
        <a:buSzPct val="100000"/>
        <a:buFont typeface="Palatino" charset="0"/>
        <a:buChar char="•"/>
        <a:defRPr sz="28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6pPr>
      <a:lvl7pPr marL="2924175" indent="-409575" algn="l" rtl="0" fontAlgn="base">
        <a:spcBef>
          <a:spcPts val="2300"/>
        </a:spcBef>
        <a:spcAft>
          <a:spcPct val="0"/>
        </a:spcAft>
        <a:buSzPct val="100000"/>
        <a:buFont typeface="Palatino" charset="0"/>
        <a:buChar char="•"/>
        <a:defRPr sz="28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7pPr>
      <a:lvl8pPr marL="3381375" indent="-409575" algn="l" rtl="0" fontAlgn="base">
        <a:spcBef>
          <a:spcPts val="2300"/>
        </a:spcBef>
        <a:spcAft>
          <a:spcPct val="0"/>
        </a:spcAft>
        <a:buSzPct val="100000"/>
        <a:buFont typeface="Palatino" charset="0"/>
        <a:buChar char="•"/>
        <a:defRPr sz="28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8pPr>
      <a:lvl9pPr marL="3838575" indent="-409575" algn="l" rtl="0" fontAlgn="base">
        <a:spcBef>
          <a:spcPts val="2300"/>
        </a:spcBef>
        <a:spcAft>
          <a:spcPct val="0"/>
        </a:spcAft>
        <a:buSzPct val="100000"/>
        <a:buFont typeface="Palatino" charset="0"/>
        <a:buChar char="•"/>
        <a:defRPr sz="2800">
          <a:solidFill>
            <a:srgbClr val="404040"/>
          </a:solidFill>
          <a:latin typeface="+mn-lt"/>
          <a:ea typeface="+mn-ea"/>
          <a:cs typeface="+mn-cs"/>
          <a:sym typeface="Palatino" charset="0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upload.wikimedia.org/wikipedia/commons/e/ed/LinuxDistroTimeline.png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://en.wikipedia.org/wiki/Comparison_of_Windows_and_Linux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1"/>
          <p:cNvSpPr>
            <a:spLocks noChangeArrowheads="1"/>
          </p:cNvSpPr>
          <p:nvPr>
            <p:ph type="title"/>
          </p:nvPr>
        </p:nvSpPr>
        <p:spPr>
          <a:xfrm>
            <a:off x="739775" y="415925"/>
            <a:ext cx="8610600" cy="838200"/>
          </a:xfrm>
          <a:ln/>
        </p:spPr>
        <p:txBody>
          <a:bodyPr/>
          <a:lstStyle/>
          <a:p>
            <a: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089900" algn="l"/>
              </a:tabLst>
            </a:pPr>
            <a:r>
              <a:rPr lang="en-US"/>
              <a:t>GNU / Linux</a:t>
            </a:r>
          </a:p>
        </p:txBody>
      </p:sp>
      <p:pic>
        <p:nvPicPr>
          <p:cNvPr id="19458" name="Picture 2"/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57525" y="1922463"/>
            <a:ext cx="3968750" cy="4762500"/>
          </a:xfrm>
          <a:prstGeom prst="rect">
            <a:avLst/>
          </a:prstGeom>
          <a:noFill/>
          <a:ln w="9525" cap="flat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1"/>
          <p:cNvSpPr>
            <a:spLocks noChangeArrowheads="1"/>
          </p:cNvSpPr>
          <p:nvPr>
            <p:ph type="title"/>
          </p:nvPr>
        </p:nvSpPr>
        <p:spPr>
          <a:xfrm>
            <a:off x="739775" y="415925"/>
            <a:ext cx="8610600" cy="660400"/>
          </a:xfrm>
          <a:ln/>
        </p:spPr>
        <p:txBody>
          <a:bodyPr/>
          <a:lstStyle/>
          <a:p>
            <a: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089900" algn="l"/>
              </a:tabLst>
            </a:pPr>
            <a:r>
              <a:rPr lang="en-US"/>
              <a:t>Linux</a:t>
            </a:r>
          </a:p>
        </p:txBody>
      </p:sp>
      <p:sp>
        <p:nvSpPr>
          <p:cNvPr id="20482" name="Rectangle 2"/>
          <p:cNvSpPr>
            <a:spLocks noChangeArrowheads="1"/>
          </p:cNvSpPr>
          <p:nvPr>
            <p:ph type="body" idx="1"/>
          </p:nvPr>
        </p:nvSpPr>
        <p:spPr>
          <a:xfrm>
            <a:off x="741363" y="2101850"/>
            <a:ext cx="8609012" cy="5457825"/>
          </a:xfrm>
          <a:ln/>
        </p:spPr>
        <p:txBody>
          <a:bodyPr/>
          <a:lstStyle/>
          <a:p>
            <a:pPr marL="431800" indent="-323850">
              <a:buClr>
                <a:srgbClr val="000000"/>
              </a:buClr>
              <a:buSzPct val="44000"/>
              <a:buFont typeface="Arial" charset="0"/>
              <a:buChar char="●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089900" algn="l"/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089900" algn="l"/>
              </a:tabLst>
            </a:pPr>
            <a:r>
              <a:rPr lang="en-US" sz="2800">
                <a:latin typeface="Arial Bold Italic" charset="0"/>
                <a:ea typeface="Arial Bold Italic" charset="0"/>
                <a:cs typeface="Arial Bold Italic" charset="0"/>
                <a:sym typeface="Arial Bold Italic" charset="0"/>
              </a:rPr>
              <a:t>Linux es “solo” el kernel (http://www.kernel.org/) o núcleo del Sistema operativo GNU/Linux. Este fue Creado en 1991 por Linus Torvalds, un joven estudiante, desde la Universidad de Helsinki en Finlandia. </a:t>
            </a:r>
            <a:endParaRPr lang="en-US" sz="2800">
              <a:latin typeface="Arial Bold Italic" charset="0"/>
              <a:ea typeface="ヒラギノ角ゴ ProN W6" charset="0"/>
              <a:cs typeface="ヒラギノ角ゴ ProN W6" charset="0"/>
              <a:sym typeface="Arial Bold Italic" charset="0"/>
            </a:endParaRPr>
          </a:p>
          <a:p>
            <a:pPr marL="431800" indent="-323850">
              <a:buClr>
                <a:srgbClr val="000000"/>
              </a:buClr>
              <a:buSzPct val="44000"/>
              <a:buFont typeface="Arial" charset="0"/>
              <a:buChar char="●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089900" algn="l"/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089900" algn="l"/>
              </a:tabLst>
            </a:pPr>
            <a:r>
              <a:rPr lang="en-US" sz="2800">
                <a:latin typeface="Arial Bold Italic" charset="0"/>
                <a:ea typeface="Arial Bold Italic" charset="0"/>
                <a:cs typeface="Arial Bold Italic" charset="0"/>
                <a:sym typeface="Arial Bold Italic" charset="0"/>
              </a:rPr>
              <a:t>Gracias a la ayuda de multitud de programadores y deasarolladores de todo el mundo Linux está actualmente en su versión 2.6 y su desarrollo es continuo</a:t>
            </a:r>
            <a:endParaRPr lang="en-US" sz="2800">
              <a:latin typeface="Arial Bold Italic" charset="0"/>
              <a:ea typeface="ヒラギノ角ゴ ProN W6" charset="0"/>
              <a:cs typeface="ヒラギノ角ゴ ProN W6" charset="0"/>
              <a:sym typeface="Arial Bold Italic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"/>
          <p:cNvSpPr>
            <a:spLocks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/>
              <a:t>GNU/Linux</a:t>
            </a:r>
          </a:p>
        </p:txBody>
      </p:sp>
      <p:sp>
        <p:nvSpPr>
          <p:cNvPr id="21506" name="Rectangle 2"/>
          <p:cNvSpPr>
            <a:spLocks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700088">
              <a:buFont typeface="Arial" charset="0"/>
              <a:buChar char="•"/>
            </a:pPr>
            <a:r>
              <a:rPr lang="en-US">
                <a:latin typeface="Arial Bold Italic" charset="0"/>
                <a:ea typeface="Arial Bold Italic" charset="0"/>
                <a:cs typeface="Arial Bold Italic" charset="0"/>
                <a:sym typeface="Arial Bold Italic" charset="0"/>
              </a:rPr>
              <a:t>De esa manera se reconoce explícitamente que el sistema operativo no solo es el núcleo linux, sino muchas otras piezas que se escribieron con anterioridad y sin cuya existencia nunca habría sido posible construirlo ni tener algo funcional en nuestros equipos.</a:t>
            </a:r>
            <a:endParaRPr lang="en-US">
              <a:latin typeface="Arial Bold Italic" charset="0"/>
              <a:ea typeface="ヒラギノ角ゴ ProN W6" charset="0"/>
              <a:cs typeface="ヒラギノ角ゴ ProN W6" charset="0"/>
              <a:sym typeface="Arial Bold Italic" charset="0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"/>
          <p:cNvSpPr>
            <a:spLocks noChangeArrowheads="1"/>
          </p:cNvSpPr>
          <p:nvPr>
            <p:ph type="body" idx="1"/>
          </p:nvPr>
        </p:nvSpPr>
        <p:spPr>
          <a:xfrm>
            <a:off x="750888" y="1944688"/>
            <a:ext cx="8609012" cy="5614987"/>
          </a:xfrm>
          <a:ln/>
        </p:spPr>
        <p:txBody>
          <a:bodyPr/>
          <a:lstStyle/>
          <a:p>
            <a:pPr marL="431800" indent="-323850">
              <a:buClr>
                <a:srgbClr val="000000"/>
              </a:buClr>
              <a:buSzPct val="44000"/>
              <a:buFont typeface="Arial" charset="0"/>
              <a:buChar char="●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089900" algn="l"/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089900" algn="l"/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en-US" sz="2400">
                <a:latin typeface="Arial Bold Italic" charset="0"/>
                <a:ea typeface="Arial Bold Italic" charset="0"/>
                <a:cs typeface="Arial Bold Italic" charset="0"/>
                <a:sym typeface="Arial Bold Italic" charset="0"/>
              </a:rPr>
              <a:t>GNU/Linux es un Sistema Operativo, como el Windows o el Mac OSX</a:t>
            </a:r>
            <a:endParaRPr lang="en-US" sz="2400">
              <a:latin typeface="Arial Bold Italic" charset="0"/>
              <a:ea typeface="ヒラギノ角ゴ ProN W6" charset="0"/>
              <a:cs typeface="ヒラギノ角ゴ ProN W6" charset="0"/>
              <a:sym typeface="Arial Bold Italic" charset="0"/>
            </a:endParaRPr>
          </a:p>
          <a:p>
            <a:pPr marL="431800" indent="-323850">
              <a:buClr>
                <a:srgbClr val="000000"/>
              </a:buClr>
              <a:buSzPct val="44000"/>
              <a:buFont typeface="Arial" charset="0"/>
              <a:buChar char="●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089900" algn="l"/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089900" algn="l"/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en-US" sz="2400">
                <a:latin typeface="Arial Bold Italic" charset="0"/>
                <a:ea typeface="Arial Bold Italic" charset="0"/>
                <a:cs typeface="Arial Bold Italic" charset="0"/>
                <a:sym typeface="Arial Bold Italic" charset="0"/>
              </a:rPr>
              <a:t>GNU/Linux está basado en el Sistema Operativo Unix, que lleva funcionando y afinándose desde hace más de 30 años. Pero a diferencia de otros, es libre, lo que quiere decir que se puede copiar, vender, dejar, utilizar, modificar... todo lo que quieras y dentro de la legalidad. </a:t>
            </a:r>
            <a:endParaRPr lang="en-US" sz="2400">
              <a:latin typeface="Arial Bold Italic" charset="0"/>
              <a:ea typeface="ヒラギノ角ゴ ProN W6" charset="0"/>
              <a:cs typeface="ヒラギノ角ゴ ProN W6" charset="0"/>
              <a:sym typeface="Arial Bold Italic" charset="0"/>
            </a:endParaRPr>
          </a:p>
          <a:p>
            <a:pPr marL="431800" indent="-323850">
              <a:buClr>
                <a:srgbClr val="000000"/>
              </a:buClr>
              <a:buSzPct val="44000"/>
              <a:buFont typeface="Arial" charset="0"/>
              <a:buChar char="●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089900" algn="l"/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089900" algn="l"/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en-US" sz="2400">
                <a:latin typeface="Arial Bold Italic" charset="0"/>
                <a:ea typeface="Arial Bold Italic" charset="0"/>
                <a:cs typeface="Arial Bold Italic" charset="0"/>
                <a:sym typeface="Arial Bold Italic" charset="0"/>
              </a:rPr>
              <a:t>En cambio, con Windows o el Mac OSX esto no esta permitido y si se hace, se está cometiendo un delito. </a:t>
            </a:r>
            <a:endParaRPr lang="en-US" sz="2400">
              <a:latin typeface="Arial Bold Italic" charset="0"/>
              <a:ea typeface="ヒラギノ角ゴ ProN W6" charset="0"/>
              <a:cs typeface="ヒラギノ角ゴ ProN W6" charset="0"/>
              <a:sym typeface="Arial Bold Italic" charset="0"/>
            </a:endParaRPr>
          </a:p>
        </p:txBody>
      </p:sp>
      <p:sp>
        <p:nvSpPr>
          <p:cNvPr id="22530" name="Rectangle 2"/>
          <p:cNvSpPr>
            <a:spLocks noChangeArrowheads="1"/>
          </p:cNvSpPr>
          <p:nvPr>
            <p:ph type="title"/>
          </p:nvPr>
        </p:nvSpPr>
        <p:spPr>
          <a:xfrm>
            <a:off x="739775" y="573088"/>
            <a:ext cx="8610600" cy="863600"/>
          </a:xfrm>
          <a:ln/>
        </p:spPr>
        <p:txBody>
          <a:bodyPr/>
          <a:lstStyle/>
          <a:p>
            <a: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089900" algn="l"/>
              </a:tabLst>
            </a:pPr>
            <a:r>
              <a:rPr lang="en-US"/>
              <a:t>GNU/Linux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1"/>
          <p:cNvSpPr>
            <a:spLocks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/>
              <a:t>Evolución de Linux</a:t>
            </a:r>
          </a:p>
        </p:txBody>
      </p:sp>
      <p:pic>
        <p:nvPicPr>
          <p:cNvPr id="23554" name="Picture 2"/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1828800"/>
            <a:ext cx="6934200" cy="5487988"/>
          </a:xfrm>
          <a:prstGeom prst="rect">
            <a:avLst/>
          </a:prstGeom>
          <a:noFill/>
          <a:ln w="9525" cap="flat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>
            <a:spLocks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/>
              <a:t>DISTRIBUCIONES</a:t>
            </a:r>
          </a:p>
        </p:txBody>
      </p:sp>
      <p:sp>
        <p:nvSpPr>
          <p:cNvPr id="24578" name="Rectangle 2"/>
          <p:cNvSpPr>
            <a:spLocks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700088"/>
            <a:r>
              <a:rPr lang="en-US" u="sng">
                <a:hlinkClick r:id="rId2"/>
              </a:rPr>
              <a:t>http://upload.wikimedia.org/wikipedia/commons/e/ed/LinuxDistroTimeline.png</a:t>
            </a:r>
            <a:endParaRPr lang="en-US" u="sng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/>
          <p:cNvSpPr>
            <a:spLocks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431800" indent="-323850" algn="l">
              <a:lnSpc>
                <a:spcPct val="93000"/>
              </a:lnSpc>
              <a:spcBef>
                <a:spcPts val="1400"/>
              </a:spcBef>
            </a:pPr>
            <a:r>
              <a:rPr lang="en-US" sz="4400">
                <a:latin typeface="Times New Roman" charset="0"/>
                <a:cs typeface="Times New Roman" charset="0"/>
                <a:sym typeface="Times New Roman" charset="0"/>
              </a:rPr>
              <a:t>Características de Software Linux</a:t>
            </a:r>
            <a:r>
              <a:rPr lang="en-US" sz="4400">
                <a:latin typeface="Times New Roman" charset="0"/>
                <a:sym typeface="Times New Roman" charset="0"/>
              </a:rPr>
              <a:t/>
            </a:r>
            <a:br>
              <a:rPr lang="en-US" sz="4400">
                <a:latin typeface="Times New Roman" charset="0"/>
                <a:sym typeface="Times New Roman" charset="0"/>
              </a:rPr>
            </a:br>
            <a:r>
              <a:rPr lang="en-US" sz="3200">
                <a:latin typeface="Times New Roman" charset="0"/>
                <a:cs typeface="Times New Roman" charset="0"/>
                <a:sym typeface="Times New Roman" charset="0"/>
              </a:rPr>
              <a:t>Libre</a:t>
            </a:r>
            <a:endParaRPr lang="en-US" sz="3200">
              <a:latin typeface="Times New Roman" charset="0"/>
              <a:sym typeface="Times New Roman" charset="0"/>
            </a:endParaRPr>
          </a:p>
        </p:txBody>
      </p:sp>
      <p:pic>
        <p:nvPicPr>
          <p:cNvPr id="25602" name="Picture 2"/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19400" y="2286000"/>
            <a:ext cx="4038600" cy="4005263"/>
          </a:xfrm>
          <a:prstGeom prst="rect">
            <a:avLst/>
          </a:prstGeom>
          <a:noFill/>
          <a:ln w="9525" cap="flat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5" name="Picture 1"/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4022725"/>
            <a:ext cx="4267200" cy="3162300"/>
          </a:xfrm>
          <a:prstGeom prst="rect">
            <a:avLst/>
          </a:prstGeom>
          <a:noFill/>
          <a:ln w="9525" cap="flat">
            <a:noFill/>
            <a:miter lim="800000"/>
            <a:headEnd/>
            <a:tailEnd/>
          </a:ln>
        </p:spPr>
      </p:pic>
      <p:sp>
        <p:nvSpPr>
          <p:cNvPr id="26626" name="Rectangle 2"/>
          <p:cNvSpPr>
            <a:spLocks noChangeArrowheads="1"/>
          </p:cNvSpPr>
          <p:nvPr>
            <p:ph type="title"/>
          </p:nvPr>
        </p:nvSpPr>
        <p:spPr>
          <a:xfrm>
            <a:off x="977900" y="203200"/>
            <a:ext cx="8115300" cy="1905000"/>
          </a:xfrm>
          <a:ln/>
        </p:spPr>
        <p:txBody>
          <a:bodyPr/>
          <a:lstStyle/>
          <a:p>
            <a:pPr algn="l"/>
            <a:r>
              <a:rPr lang="en-US"/>
              <a:t>Características de Software Linux</a:t>
            </a:r>
            <a:br>
              <a:rPr lang="en-US"/>
            </a:br>
            <a:r>
              <a:rPr lang="en-US" sz="3200"/>
              <a:t>Multiplataforma</a:t>
            </a:r>
            <a:r>
              <a:rPr lang="en-US"/>
              <a:t/>
            </a:r>
            <a:br>
              <a:rPr lang="en-US"/>
            </a:br>
            <a:endParaRPr lang="en-US"/>
          </a:p>
        </p:txBody>
      </p:sp>
      <p:pic>
        <p:nvPicPr>
          <p:cNvPr id="26627" name="Picture 3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500" y="2209800"/>
            <a:ext cx="2514600" cy="2057400"/>
          </a:xfrm>
          <a:prstGeom prst="rect">
            <a:avLst/>
          </a:prstGeom>
          <a:noFill/>
          <a:ln w="9525" cap="flat">
            <a:noFill/>
            <a:miter lim="800000"/>
            <a:headEnd/>
            <a:tailEnd/>
          </a:ln>
        </p:spPr>
      </p:pic>
      <p:pic>
        <p:nvPicPr>
          <p:cNvPr id="26628" name="Picture 4"/>
          <p:cNvPicPr>
            <a:picLocks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11963" y="1600200"/>
            <a:ext cx="3263900" cy="2451100"/>
          </a:xfrm>
          <a:prstGeom prst="rect">
            <a:avLst/>
          </a:prstGeom>
          <a:noFill/>
          <a:ln w="9525" cap="flat">
            <a:noFill/>
            <a:miter lim="800000"/>
            <a:headEnd/>
            <a:tailEnd/>
          </a:ln>
        </p:spPr>
      </p:pic>
      <p:pic>
        <p:nvPicPr>
          <p:cNvPr id="26629" name="Picture 5"/>
          <p:cNvPicPr>
            <a:picLocks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019800" y="4648200"/>
            <a:ext cx="3746500" cy="2463800"/>
          </a:xfrm>
          <a:prstGeom prst="rect">
            <a:avLst/>
          </a:prstGeom>
          <a:noFill/>
          <a:ln w="9525" cap="flat">
            <a:noFill/>
            <a:miter lim="800000"/>
            <a:headEnd/>
            <a:tailEnd/>
          </a:ln>
        </p:spPr>
      </p:pic>
      <p:pic>
        <p:nvPicPr>
          <p:cNvPr id="26630" name="Picture 6"/>
          <p:cNvPicPr>
            <a:picLocks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175000" y="2395538"/>
            <a:ext cx="4038600" cy="2755900"/>
          </a:xfrm>
          <a:prstGeom prst="rect">
            <a:avLst/>
          </a:prstGeom>
          <a:noFill/>
          <a:ln w="9525" cap="flat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/>
          <p:cNvSpPr>
            <a:spLocks noChangeArrowheads="1"/>
          </p:cNvSpPr>
          <p:nvPr>
            <p:ph type="title"/>
          </p:nvPr>
        </p:nvSpPr>
        <p:spPr>
          <a:xfrm>
            <a:off x="977900" y="203200"/>
            <a:ext cx="8115300" cy="1993900"/>
          </a:xfrm>
          <a:ln/>
        </p:spPr>
        <p:txBody>
          <a:bodyPr/>
          <a:lstStyle/>
          <a:p>
            <a:pPr algn="l"/>
            <a:r>
              <a:rPr lang="en-US"/>
              <a:t>Características de Software Linux</a:t>
            </a:r>
            <a:br>
              <a:rPr lang="en-US"/>
            </a:br>
            <a:r>
              <a:rPr lang="en-US" sz="3200"/>
              <a:t>Multitarea</a:t>
            </a:r>
            <a:r>
              <a:rPr lang="en-US"/>
              <a:t/>
            </a:r>
            <a:br>
              <a:rPr lang="en-US"/>
            </a:br>
            <a:endParaRPr lang="en-US"/>
          </a:p>
        </p:txBody>
      </p:sp>
      <p:pic>
        <p:nvPicPr>
          <p:cNvPr id="27650" name="Picture 2"/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66825" y="2089150"/>
            <a:ext cx="7823200" cy="5664200"/>
          </a:xfrm>
          <a:prstGeom prst="rect">
            <a:avLst/>
          </a:prstGeom>
          <a:noFill/>
          <a:ln w="9525" cap="flat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1"/>
          <p:cNvSpPr>
            <a:spLocks noChangeArrowheads="1"/>
          </p:cNvSpPr>
          <p:nvPr>
            <p:ph type="title"/>
          </p:nvPr>
        </p:nvSpPr>
        <p:spPr>
          <a:xfrm>
            <a:off x="977900" y="203200"/>
            <a:ext cx="8115300" cy="1866900"/>
          </a:xfrm>
          <a:ln/>
        </p:spPr>
        <p:txBody>
          <a:bodyPr/>
          <a:lstStyle/>
          <a:p>
            <a:pPr algn="l"/>
            <a:r>
              <a:rPr lang="en-US"/>
              <a:t>Características de Software Linux</a:t>
            </a:r>
            <a:br>
              <a:rPr lang="en-US"/>
            </a:br>
            <a:r>
              <a:rPr lang="en-US" sz="3200"/>
              <a:t>Multiusuario</a:t>
            </a: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6650" y="2078038"/>
            <a:ext cx="7810500" cy="5410200"/>
          </a:xfrm>
          <a:prstGeom prst="rect">
            <a:avLst/>
          </a:prstGeom>
          <a:noFill/>
          <a:ln w="12700" cap="flat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1"/>
          <p:cNvSpPr>
            <a:spLocks noChangeArrowheads="1"/>
          </p:cNvSpPr>
          <p:nvPr>
            <p:ph type="title"/>
          </p:nvPr>
        </p:nvSpPr>
        <p:spPr>
          <a:xfrm>
            <a:off x="977900" y="203200"/>
            <a:ext cx="8115300" cy="1790700"/>
          </a:xfrm>
          <a:ln/>
        </p:spPr>
        <p:txBody>
          <a:bodyPr/>
          <a:lstStyle/>
          <a:p>
            <a:pPr algn="l"/>
            <a:r>
              <a:rPr lang="en-US"/>
              <a:t>Características de Software Linux</a:t>
            </a:r>
            <a:br>
              <a:rPr lang="en-US"/>
            </a:br>
            <a:r>
              <a:rPr lang="en-US" sz="3200"/>
              <a:t>Adaptable</a:t>
            </a:r>
          </a:p>
        </p:txBody>
      </p:sp>
      <p:pic>
        <p:nvPicPr>
          <p:cNvPr id="29698" name="Picture 2"/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98850" y="1628775"/>
            <a:ext cx="5194300" cy="5676900"/>
          </a:xfrm>
          <a:prstGeom prst="rect">
            <a:avLst/>
          </a:prstGeom>
          <a:noFill/>
          <a:ln w="9525" cap="flat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1"/>
          <p:cNvSpPr>
            <a:spLocks noChangeArrowheads="1"/>
          </p:cNvSpPr>
          <p:nvPr>
            <p:ph type="title"/>
          </p:nvPr>
        </p:nvSpPr>
        <p:spPr>
          <a:xfrm>
            <a:off x="977900" y="203200"/>
            <a:ext cx="8115300" cy="1803400"/>
          </a:xfrm>
          <a:ln/>
        </p:spPr>
        <p:txBody>
          <a:bodyPr/>
          <a:lstStyle/>
          <a:p>
            <a:pPr algn="l"/>
            <a:r>
              <a:rPr lang="en-US"/>
              <a:t>Características de Software Linux</a:t>
            </a:r>
            <a:br>
              <a:rPr lang="en-US"/>
            </a:br>
            <a:r>
              <a:rPr lang="en-US" sz="3200"/>
              <a:t>Soporte</a:t>
            </a:r>
          </a:p>
        </p:txBody>
      </p:sp>
      <p:pic>
        <p:nvPicPr>
          <p:cNvPr id="30722" name="Picture 2"/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2200" y="2209800"/>
            <a:ext cx="5016500" cy="3911600"/>
          </a:xfrm>
          <a:prstGeom prst="rect">
            <a:avLst/>
          </a:prstGeom>
          <a:noFill/>
          <a:ln w="9525" cap="flat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1"/>
          <p:cNvSpPr>
            <a:spLocks noChangeArrowheads="1"/>
          </p:cNvSpPr>
          <p:nvPr>
            <p:ph type="title"/>
          </p:nvPr>
        </p:nvSpPr>
        <p:spPr>
          <a:xfrm>
            <a:off x="739775" y="627063"/>
            <a:ext cx="8610600" cy="609600"/>
          </a:xfrm>
          <a:ln/>
        </p:spPr>
        <p:txBody>
          <a:bodyPr/>
          <a:lstStyle/>
          <a:p>
            <a: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089900" algn="l"/>
              </a:tabLst>
            </a:pPr>
            <a:r>
              <a:rPr lang="en-US"/>
              <a:t>La Filosofía GNU/Linux</a:t>
            </a:r>
          </a:p>
        </p:txBody>
      </p:sp>
      <p:sp>
        <p:nvSpPr>
          <p:cNvPr id="31746" name="Rectangle 2"/>
          <p:cNvSpPr>
            <a:spLocks noChangeArrowheads="1"/>
          </p:cNvSpPr>
          <p:nvPr>
            <p:ph type="body" idx="1"/>
          </p:nvPr>
        </p:nvSpPr>
        <p:spPr>
          <a:xfrm>
            <a:off x="739775" y="1651000"/>
            <a:ext cx="8610600" cy="5397500"/>
          </a:xfrm>
          <a:ln/>
        </p:spPr>
        <p:txBody>
          <a:bodyPr/>
          <a:lstStyle/>
          <a:p>
            <a:pPr marL="0" indent="0">
              <a:lnSpc>
                <a:spcPct val="97000"/>
              </a:lnSpc>
              <a:spcBef>
                <a:spcPct val="0"/>
              </a:spcBef>
              <a:buFont typeface="Palatino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089900" algn="l"/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089900" algn="l"/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en-US" sz="1800">
                <a:latin typeface="Arial" charset="0"/>
                <a:cs typeface="Arial" charset="0"/>
                <a:sym typeface="Arial" charset="0"/>
              </a:rPr>
              <a:t>El </a:t>
            </a:r>
            <a:r>
              <a:rPr lang="en-US" sz="1800">
                <a:latin typeface="Arial Bold Italic" charset="0"/>
                <a:ea typeface="Arial Bold Italic" charset="0"/>
                <a:cs typeface="Arial Bold Italic" charset="0"/>
                <a:sym typeface="Arial Bold Italic" charset="0"/>
              </a:rPr>
              <a:t>Software</a:t>
            </a:r>
            <a:r>
              <a:rPr lang="en-US" sz="1800">
                <a:latin typeface="Arial Bold" charset="0"/>
                <a:ea typeface="Arial Bold" charset="0"/>
                <a:cs typeface="Arial Bold" charset="0"/>
                <a:sym typeface="Arial Bold" charset="0"/>
              </a:rPr>
              <a:t> libre </a:t>
            </a:r>
            <a:r>
              <a:rPr lang="en-US" sz="1800">
                <a:latin typeface="Arial" charset="0"/>
                <a:cs typeface="Arial" charset="0"/>
                <a:sym typeface="Arial" charset="0"/>
              </a:rPr>
              <a:t>es un asunto de </a:t>
            </a:r>
            <a:r>
              <a:rPr lang="en-US" sz="1800">
                <a:latin typeface="Arial Bold" charset="0"/>
                <a:ea typeface="Arial Bold" charset="0"/>
                <a:cs typeface="Arial Bold" charset="0"/>
                <a:sym typeface="Arial Bold" charset="0"/>
              </a:rPr>
              <a:t>libertad</a:t>
            </a:r>
            <a:r>
              <a:rPr lang="en-US" sz="1800">
                <a:latin typeface="Arial" charset="0"/>
                <a:cs typeface="Arial" charset="0"/>
                <a:sym typeface="Arial" charset="0"/>
              </a:rPr>
              <a:t>: la gente debería ser libre para usar el </a:t>
            </a:r>
            <a:r>
              <a:rPr lang="en-US" sz="1800"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software</a:t>
            </a:r>
            <a:r>
              <a:rPr lang="en-US" sz="1800">
                <a:latin typeface="Arial" charset="0"/>
                <a:cs typeface="Arial" charset="0"/>
                <a:sym typeface="Arial" charset="0"/>
              </a:rPr>
              <a:t> en todas las maneras que son </a:t>
            </a:r>
            <a:r>
              <a:rPr lang="en-US" sz="1800">
                <a:latin typeface="Arial Bold" charset="0"/>
                <a:ea typeface="Arial Bold" charset="0"/>
                <a:cs typeface="Arial Bold" charset="0"/>
                <a:sym typeface="Arial Bold" charset="0"/>
              </a:rPr>
              <a:t>socialmente útiles</a:t>
            </a:r>
            <a:r>
              <a:rPr lang="en-US" sz="1800">
                <a:latin typeface="Arial" charset="0"/>
                <a:cs typeface="Arial" charset="0"/>
                <a:sym typeface="Arial" charset="0"/>
              </a:rPr>
              <a:t>. </a:t>
            </a:r>
            <a:endParaRPr lang="en-US" sz="1800">
              <a:latin typeface="Arial" charset="0"/>
              <a:ea typeface="ヒラギノ角ゴ ProN W3" charset="0"/>
              <a:cs typeface="ヒラギノ角ゴ ProN W3" charset="0"/>
              <a:sym typeface="Arial" charset="0"/>
            </a:endParaRPr>
          </a:p>
          <a:p>
            <a:pPr marL="0" indent="0">
              <a:lnSpc>
                <a:spcPct val="97000"/>
              </a:lnSpc>
              <a:spcBef>
                <a:spcPct val="0"/>
              </a:spcBef>
              <a:buFont typeface="Palatino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089900" algn="l"/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089900" algn="l"/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endParaRPr lang="en-US" sz="1800">
              <a:latin typeface="Arial" charset="0"/>
              <a:ea typeface="ヒラギノ角ゴ ProN W3" charset="0"/>
              <a:cs typeface="ヒラギノ角ゴ ProN W3" charset="0"/>
              <a:sym typeface="Arial" charset="0"/>
            </a:endParaRPr>
          </a:p>
          <a:p>
            <a:pPr marL="0" indent="0">
              <a:lnSpc>
                <a:spcPct val="97000"/>
              </a:lnSpc>
              <a:spcBef>
                <a:spcPct val="0"/>
              </a:spcBef>
              <a:buFont typeface="Palatino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089900" algn="l"/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089900" algn="l"/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en-US" sz="1800">
                <a:latin typeface="Arial" charset="0"/>
                <a:cs typeface="Arial" charset="0"/>
                <a:sym typeface="Arial" charset="0"/>
              </a:rPr>
              <a:t>El </a:t>
            </a:r>
            <a:r>
              <a:rPr lang="en-US" sz="1800">
                <a:latin typeface="Arial Bold" charset="0"/>
                <a:ea typeface="Arial Bold" charset="0"/>
                <a:cs typeface="Arial Bold" charset="0"/>
                <a:sym typeface="Arial Bold" charset="0"/>
              </a:rPr>
              <a:t>software</a:t>
            </a:r>
            <a:r>
              <a:rPr lang="en-US" sz="1800">
                <a:latin typeface="Arial" charset="0"/>
                <a:cs typeface="Arial" charset="0"/>
                <a:sym typeface="Arial" charset="0"/>
              </a:rPr>
              <a:t> difiere de los objetos materiales (como las sillas y la gasolina) en el sentido de que puede ser copiado y cambiado de una manera más fácil. Estas posibilidades hacen al </a:t>
            </a:r>
            <a:r>
              <a:rPr lang="en-US" sz="1800"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software</a:t>
            </a:r>
            <a:r>
              <a:rPr lang="en-US" sz="1800">
                <a:latin typeface="Arial" charset="0"/>
                <a:cs typeface="Arial" charset="0"/>
                <a:sym typeface="Arial" charset="0"/>
              </a:rPr>
              <a:t> útil como es. Nosotros creemos que los usuarios deberían ser capaces de utilizarlo.</a:t>
            </a:r>
            <a:endParaRPr lang="en-US" sz="1800">
              <a:latin typeface="Arial" charset="0"/>
              <a:ea typeface="ヒラギノ角ゴ ProN W3" charset="0"/>
              <a:cs typeface="ヒラギノ角ゴ ProN W3" charset="0"/>
              <a:sym typeface="Arial" charset="0"/>
            </a:endParaRPr>
          </a:p>
          <a:p>
            <a:pPr marL="0" indent="0">
              <a:lnSpc>
                <a:spcPct val="97000"/>
              </a:lnSpc>
              <a:spcBef>
                <a:spcPct val="0"/>
              </a:spcBef>
              <a:buFont typeface="Palatino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089900" algn="l"/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089900" algn="l"/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endParaRPr lang="en-US" sz="1800">
              <a:latin typeface="Arial" charset="0"/>
              <a:ea typeface="ヒラギノ角ゴ ProN W3" charset="0"/>
              <a:cs typeface="ヒラギノ角ゴ ProN W3" charset="0"/>
              <a:sym typeface="Arial" charset="0"/>
            </a:endParaRPr>
          </a:p>
          <a:p>
            <a:pPr marL="0" indent="0">
              <a:lnSpc>
                <a:spcPct val="93000"/>
              </a:lnSpc>
              <a:spcBef>
                <a:spcPct val="0"/>
              </a:spcBef>
              <a:buFont typeface="Palatino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089900" algn="l"/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089900" algn="l"/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en-US" sz="1800">
                <a:latin typeface="Arial Bold" charset="0"/>
                <a:ea typeface="Arial Bold" charset="0"/>
                <a:cs typeface="Arial Bold" charset="0"/>
                <a:sym typeface="Arial Bold" charset="0"/>
              </a:rPr>
              <a:t>Las cuatro libertades de los usuarios del software</a:t>
            </a:r>
            <a:r>
              <a:rPr lang="en-US" sz="1800">
                <a:latin typeface="Arial" charset="0"/>
                <a:cs typeface="Arial" charset="0"/>
                <a:sym typeface="Arial" charset="0"/>
              </a:rPr>
              <a:t>:</a:t>
            </a:r>
            <a:endParaRPr lang="en-US" sz="1800">
              <a:latin typeface="Arial" charset="0"/>
              <a:ea typeface="ヒラギノ角ゴ ProN W3" charset="0"/>
              <a:cs typeface="ヒラギノ角ゴ ProN W3" charset="0"/>
              <a:sym typeface="Arial" charset="0"/>
            </a:endParaRPr>
          </a:p>
          <a:p>
            <a:pPr marL="0" indent="0">
              <a:lnSpc>
                <a:spcPct val="97000"/>
              </a:lnSpc>
              <a:spcBef>
                <a:spcPct val="0"/>
              </a:spcBef>
              <a:buFont typeface="Palatino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089900" algn="l"/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089900" algn="l"/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en-US" sz="1800">
                <a:latin typeface="Arial" charset="0"/>
                <a:ea typeface="ヒラギノ角ゴ ProN W3" charset="0"/>
                <a:cs typeface="ヒラギノ角ゴ ProN W3" charset="0"/>
                <a:sym typeface="Arial" charset="0"/>
              </a:rPr>
              <a:t>	</a:t>
            </a:r>
          </a:p>
          <a:p>
            <a:pPr marL="431800" lvl="1" indent="-215900">
              <a:lnSpc>
                <a:spcPct val="97000"/>
              </a:lnSpc>
              <a:spcBef>
                <a:spcPct val="0"/>
              </a:spcBef>
              <a:buSzPct val="60000"/>
              <a:buFont typeface="Palatino" charset="0"/>
              <a:buBlip>
                <a:blip r:embed="rId2"/>
              </a:buBlip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089900" algn="l"/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089900" algn="l"/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en-US" sz="1800">
                <a:latin typeface="Arial" charset="0"/>
                <a:cs typeface="Arial" charset="0"/>
                <a:sym typeface="Arial" charset="0"/>
              </a:rPr>
              <a:t>La libertad de </a:t>
            </a:r>
            <a:r>
              <a:rPr lang="en-US" sz="1800">
                <a:latin typeface="Arial Bold" charset="0"/>
                <a:ea typeface="Arial Bold" charset="0"/>
                <a:cs typeface="Arial Bold" charset="0"/>
                <a:sym typeface="Arial Bold" charset="0"/>
              </a:rPr>
              <a:t>usar el programa</a:t>
            </a:r>
            <a:r>
              <a:rPr lang="en-US" sz="1800">
                <a:latin typeface="Arial" charset="0"/>
                <a:cs typeface="Arial" charset="0"/>
                <a:sym typeface="Arial" charset="0"/>
              </a:rPr>
              <a:t>, con cualquier propósito (</a:t>
            </a:r>
            <a:r>
              <a:rPr lang="en-US" sz="1800">
                <a:solidFill>
                  <a:srgbClr val="0000FF"/>
                </a:solidFill>
                <a:latin typeface="Arial" charset="0"/>
                <a:cs typeface="Arial" charset="0"/>
                <a:sym typeface="Arial" charset="0"/>
              </a:rPr>
              <a:t>libertad 0</a:t>
            </a:r>
            <a:r>
              <a:rPr lang="en-US" sz="1800">
                <a:latin typeface="Arial" charset="0"/>
                <a:cs typeface="Arial" charset="0"/>
                <a:sym typeface="Arial" charset="0"/>
              </a:rPr>
              <a:t>).</a:t>
            </a:r>
            <a:endParaRPr lang="en-US" sz="1800">
              <a:latin typeface="Arial" charset="0"/>
              <a:ea typeface="ヒラギノ角ゴ ProN W3" charset="0"/>
              <a:cs typeface="ヒラギノ角ゴ ProN W3" charset="0"/>
              <a:sym typeface="Arial" charset="0"/>
            </a:endParaRPr>
          </a:p>
          <a:p>
            <a:pPr marL="431800" lvl="1" indent="-215900">
              <a:lnSpc>
                <a:spcPct val="97000"/>
              </a:lnSpc>
              <a:spcBef>
                <a:spcPct val="0"/>
              </a:spcBef>
              <a:buSzPct val="60000"/>
              <a:buFont typeface="Palatino" charset="0"/>
              <a:buBlip>
                <a:blip r:embed="rId2"/>
              </a:buBlip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089900" algn="l"/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089900" algn="l"/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en-US" sz="1800">
                <a:latin typeface="Arial" charset="0"/>
                <a:cs typeface="Arial" charset="0"/>
                <a:sym typeface="Arial" charset="0"/>
              </a:rPr>
              <a:t>La libertad de </a:t>
            </a:r>
            <a:r>
              <a:rPr lang="en-US" sz="1800">
                <a:latin typeface="Arial Bold" charset="0"/>
                <a:ea typeface="Arial Bold" charset="0"/>
                <a:cs typeface="Arial Bold" charset="0"/>
                <a:sym typeface="Arial Bold" charset="0"/>
              </a:rPr>
              <a:t>estudiar cómo funciona</a:t>
            </a:r>
            <a:r>
              <a:rPr lang="en-US" sz="1800">
                <a:latin typeface="Arial" charset="0"/>
                <a:cs typeface="Arial" charset="0"/>
                <a:sym typeface="Arial" charset="0"/>
              </a:rPr>
              <a:t> el programa, y </a:t>
            </a:r>
            <a:r>
              <a:rPr lang="en-US" sz="1800">
                <a:latin typeface="Arial Bold" charset="0"/>
                <a:ea typeface="Arial Bold" charset="0"/>
                <a:cs typeface="Arial Bold" charset="0"/>
                <a:sym typeface="Arial Bold" charset="0"/>
              </a:rPr>
              <a:t>adaptarlo</a:t>
            </a:r>
            <a:r>
              <a:rPr lang="en-US" sz="1800">
                <a:latin typeface="Arial" charset="0"/>
                <a:cs typeface="Arial" charset="0"/>
                <a:sym typeface="Arial" charset="0"/>
              </a:rPr>
              <a:t> a tus necesidades </a:t>
            </a:r>
            <a:r>
              <a:rPr lang="en-US" sz="1800">
                <a:latin typeface="Arial" charset="0"/>
                <a:ea typeface="ヒラギノ角ゴ ProN W3" charset="0"/>
                <a:cs typeface="ヒラギノ角ゴ ProN W3" charset="0"/>
                <a:sym typeface="Arial" charset="0"/>
              </a:rPr>
              <a:t/>
            </a:r>
            <a:br>
              <a:rPr lang="en-US" sz="1800">
                <a:latin typeface="Arial" charset="0"/>
                <a:ea typeface="ヒラギノ角ゴ ProN W3" charset="0"/>
                <a:cs typeface="ヒラギノ角ゴ ProN W3" charset="0"/>
                <a:sym typeface="Arial" charset="0"/>
              </a:rPr>
            </a:br>
            <a:r>
              <a:rPr lang="en-US" sz="1800">
                <a:latin typeface="Arial" charset="0"/>
                <a:cs typeface="Arial" charset="0"/>
                <a:sym typeface="Arial" charset="0"/>
              </a:rPr>
              <a:t>(</a:t>
            </a:r>
            <a:r>
              <a:rPr lang="en-US" sz="1800">
                <a:solidFill>
                  <a:srgbClr val="0000FF"/>
                </a:solidFill>
                <a:latin typeface="Arial" charset="0"/>
                <a:cs typeface="Arial" charset="0"/>
                <a:sym typeface="Arial" charset="0"/>
              </a:rPr>
              <a:t>libertad 1</a:t>
            </a:r>
            <a:r>
              <a:rPr lang="en-US" sz="1800">
                <a:latin typeface="Arial" charset="0"/>
                <a:cs typeface="Arial" charset="0"/>
                <a:sym typeface="Arial" charset="0"/>
              </a:rPr>
              <a:t>). El acceso al código fuente es una condición previa para esto.</a:t>
            </a:r>
            <a:endParaRPr lang="en-US" sz="1800">
              <a:latin typeface="Arial" charset="0"/>
              <a:ea typeface="ヒラギノ角ゴ ProN W3" charset="0"/>
              <a:cs typeface="ヒラギノ角ゴ ProN W3" charset="0"/>
              <a:sym typeface="Arial" charset="0"/>
            </a:endParaRPr>
          </a:p>
          <a:p>
            <a:pPr marL="431800" lvl="1" indent="-215900">
              <a:lnSpc>
                <a:spcPct val="97000"/>
              </a:lnSpc>
              <a:spcBef>
                <a:spcPct val="0"/>
              </a:spcBef>
              <a:buSzPct val="60000"/>
              <a:buFont typeface="Palatino" charset="0"/>
              <a:buBlip>
                <a:blip r:embed="rId2"/>
              </a:buBlip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089900" algn="l"/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089900" algn="l"/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en-US" sz="1800">
                <a:latin typeface="Arial" charset="0"/>
                <a:cs typeface="Arial" charset="0"/>
                <a:sym typeface="Arial" charset="0"/>
              </a:rPr>
              <a:t>La </a:t>
            </a:r>
            <a:r>
              <a:rPr lang="en-US" sz="1800">
                <a:latin typeface="Arial Bold" charset="0"/>
                <a:ea typeface="Arial Bold" charset="0"/>
                <a:cs typeface="Arial Bold" charset="0"/>
                <a:sym typeface="Arial Bold" charset="0"/>
              </a:rPr>
              <a:t>libertad de distribuir</a:t>
            </a:r>
            <a:r>
              <a:rPr lang="en-US" sz="1800">
                <a:latin typeface="Arial" charset="0"/>
                <a:cs typeface="Arial" charset="0"/>
                <a:sym typeface="Arial" charset="0"/>
              </a:rPr>
              <a:t> copias, con lo que puedes ayudar a tu vecino (</a:t>
            </a:r>
            <a:r>
              <a:rPr lang="en-US" sz="1800">
                <a:solidFill>
                  <a:srgbClr val="0000FF"/>
                </a:solidFill>
                <a:latin typeface="Arial" charset="0"/>
                <a:cs typeface="Arial" charset="0"/>
                <a:sym typeface="Arial" charset="0"/>
              </a:rPr>
              <a:t>libertad 2</a:t>
            </a:r>
            <a:r>
              <a:rPr lang="en-US" sz="1800">
                <a:latin typeface="Arial" charset="0"/>
                <a:cs typeface="Arial" charset="0"/>
                <a:sym typeface="Arial" charset="0"/>
              </a:rPr>
              <a:t>).</a:t>
            </a:r>
            <a:endParaRPr lang="en-US" sz="1800">
              <a:latin typeface="Arial" charset="0"/>
              <a:ea typeface="ヒラギノ角ゴ ProN W3" charset="0"/>
              <a:cs typeface="ヒラギノ角ゴ ProN W3" charset="0"/>
              <a:sym typeface="Arial" charset="0"/>
            </a:endParaRPr>
          </a:p>
          <a:p>
            <a:pPr marL="431800" lvl="1" indent="-215900">
              <a:lnSpc>
                <a:spcPct val="97000"/>
              </a:lnSpc>
              <a:spcBef>
                <a:spcPct val="0"/>
              </a:spcBef>
              <a:buSzPct val="60000"/>
              <a:buFont typeface="Palatino" charset="0"/>
              <a:buBlip>
                <a:blip r:embed="rId2"/>
              </a:buBlip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089900" algn="l"/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089900" algn="l"/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en-US" sz="1800">
                <a:latin typeface="Arial Bold Italic" charset="0"/>
                <a:ea typeface="Arial Bold Italic" charset="0"/>
                <a:cs typeface="Arial Bold Italic" charset="0"/>
                <a:sym typeface="Arial Bold Italic" charset="0"/>
              </a:rPr>
              <a:t>La libertad de mejorar el programa y hacer públicas las mejoras a los demás, de modo que toda la comunidad se beneficie. (</a:t>
            </a:r>
            <a:r>
              <a:rPr lang="en-US" sz="1800">
                <a:solidFill>
                  <a:srgbClr val="0000FF"/>
                </a:solidFill>
                <a:latin typeface="Arial Bold Italic" charset="0"/>
                <a:ea typeface="Arial Bold Italic" charset="0"/>
                <a:cs typeface="Arial Bold Italic" charset="0"/>
                <a:sym typeface="Arial Bold Italic" charset="0"/>
              </a:rPr>
              <a:t>libertad 3</a:t>
            </a:r>
            <a:r>
              <a:rPr lang="en-US" sz="1800">
                <a:latin typeface="Arial Bold Italic" charset="0"/>
                <a:ea typeface="Arial Bold Italic" charset="0"/>
                <a:cs typeface="Arial Bold Italic" charset="0"/>
                <a:sym typeface="Arial Bold Italic" charset="0"/>
              </a:rPr>
              <a:t>). El acceso al código fuente es un requisito previo para esto.</a:t>
            </a:r>
            <a:r>
              <a:rPr lang="en-US" sz="1800">
                <a:latin typeface="Arial" charset="0"/>
                <a:cs typeface="Arial" charset="0"/>
                <a:sym typeface="Arial" charset="0"/>
              </a:rPr>
              <a:t> </a:t>
            </a:r>
            <a:endParaRPr lang="en-US" sz="1800">
              <a:latin typeface="Arial" charset="0"/>
              <a:ea typeface="ヒラギノ角ゴ ProN W3" charset="0"/>
              <a:cs typeface="ヒラギノ角ゴ ProN W3" charset="0"/>
              <a:sym typeface="Arial" charset="0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1"/>
          <p:cNvSpPr>
            <a:spLocks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089900" algn="l"/>
              </a:tabLst>
            </a:pPr>
            <a:r>
              <a:rPr lang="en-US"/>
              <a:t>¿Quien utuliza</a:t>
            </a:r>
            <a:r>
              <a:rPr lang="en-US" sz="2000">
                <a:latin typeface="Arial Bold Italic" charset="0"/>
                <a:ea typeface="Arial Bold Italic" charset="0"/>
                <a:cs typeface="Arial Bold Italic" charset="0"/>
                <a:sym typeface="Arial Bold Italic" charset="0"/>
              </a:rPr>
              <a:t> </a:t>
            </a:r>
            <a:r>
              <a:rPr lang="en-US"/>
              <a:t>GNU/Linux</a:t>
            </a:r>
          </a:p>
        </p:txBody>
      </p:sp>
      <p:sp>
        <p:nvSpPr>
          <p:cNvPr id="32770" name="Rectangle 2"/>
          <p:cNvSpPr>
            <a:spLocks noChangeArrowheads="1"/>
          </p:cNvSpPr>
          <p:nvPr>
            <p:ph type="body" idx="1"/>
          </p:nvPr>
        </p:nvSpPr>
        <p:spPr>
          <a:xfrm>
            <a:off x="741363" y="2101850"/>
            <a:ext cx="4227512" cy="5457825"/>
          </a:xfrm>
          <a:ln/>
        </p:spPr>
        <p:txBody>
          <a:bodyPr/>
          <a:lstStyle/>
          <a:p>
            <a:pPr marL="342900" indent="-342900">
              <a:spcBef>
                <a:spcPct val="0"/>
              </a:spcBef>
              <a:buClr>
                <a:srgbClr val="000000"/>
              </a:buClr>
              <a:buFont typeface="Times New Roman" charset="0"/>
              <a:buChar char="•"/>
            </a:pPr>
            <a:r>
              <a:rPr lang="en-US"/>
              <a:t>Servidores de redes, Internet: 6 de las 10 compañías más confiables de hosting utilizan linux, 2 Free BSD, 1 Windows, 1 otro SO.</a:t>
            </a:r>
          </a:p>
          <a:p>
            <a:pPr marL="342900" indent="-342900">
              <a:spcBef>
                <a:spcPts val="700"/>
              </a:spcBef>
              <a:buClr>
                <a:srgbClr val="000000"/>
              </a:buClr>
              <a:buFont typeface="Times New Roman" charset="0"/>
              <a:buChar char="•"/>
            </a:pPr>
            <a:r>
              <a:rPr lang="en-US"/>
              <a:t>Linux es INTERNET, INTERNET es Linux</a:t>
            </a:r>
          </a:p>
        </p:txBody>
      </p:sp>
      <p:pic>
        <p:nvPicPr>
          <p:cNvPr id="32771" name="Picture 3"/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29200" y="2514600"/>
            <a:ext cx="4713288" cy="3579813"/>
          </a:xfrm>
          <a:prstGeom prst="rect">
            <a:avLst/>
          </a:prstGeom>
          <a:noFill/>
          <a:ln w="9525" cap="flat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1"/>
          <p:cNvSpPr>
            <a:spLocks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/>
              <a:t>Linux en Escritorio: Gnome</a:t>
            </a:r>
          </a:p>
        </p:txBody>
      </p:sp>
      <p:pic>
        <p:nvPicPr>
          <p:cNvPr id="33794" name="Picture 2"/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1676400"/>
            <a:ext cx="7162800" cy="5372100"/>
          </a:xfrm>
          <a:prstGeom prst="rect">
            <a:avLst/>
          </a:prstGeom>
          <a:noFill/>
          <a:ln w="9525" cap="flat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1"/>
          <p:cNvSpPr>
            <a:spLocks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/>
              <a:t>Linux en Escritorio: KDE</a:t>
            </a:r>
          </a:p>
        </p:txBody>
      </p:sp>
      <p:pic>
        <p:nvPicPr>
          <p:cNvPr id="34818" name="Picture 2"/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1905000"/>
            <a:ext cx="8089900" cy="5054600"/>
          </a:xfrm>
          <a:prstGeom prst="rect">
            <a:avLst/>
          </a:prstGeom>
          <a:noFill/>
          <a:ln w="9525" cap="flat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1"/>
          <p:cNvSpPr>
            <a:spLocks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/>
              <a:t>Linux en Escritorio: XFCE</a:t>
            </a:r>
          </a:p>
        </p:txBody>
      </p:sp>
      <p:pic>
        <p:nvPicPr>
          <p:cNvPr id="35842" name="Picture 2"/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70100" y="1765300"/>
            <a:ext cx="6223000" cy="5181600"/>
          </a:xfrm>
          <a:prstGeom prst="rect">
            <a:avLst/>
          </a:prstGeom>
          <a:noFill/>
          <a:ln w="9525" cap="flat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1"/>
          <p:cNvSpPr>
            <a:spLocks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/>
              <a:t>Linux como servidor</a:t>
            </a:r>
          </a:p>
        </p:txBody>
      </p:sp>
      <p:sp>
        <p:nvSpPr>
          <p:cNvPr id="36866" name="Rectangle 2"/>
          <p:cNvSpPr>
            <a:spLocks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700088"/>
            <a:r>
              <a:rPr lang="en-US"/>
              <a:t>Servidor de ficheros: NFS o SAMBA.</a:t>
            </a:r>
          </a:p>
          <a:p>
            <a:pPr marL="700088"/>
            <a:r>
              <a:rPr lang="en-US"/>
              <a:t>Servidor de impresión: CUPS y SAMBA.</a:t>
            </a:r>
          </a:p>
          <a:p>
            <a:pPr marL="700088"/>
            <a:r>
              <a:rPr lang="en-US"/>
              <a:t>Servidor de base de datos: MySQL, PostgreSQL, Oracle.</a:t>
            </a:r>
          </a:p>
          <a:p>
            <a:pPr marL="700088"/>
            <a:r>
              <a:rPr lang="en-US"/>
              <a:t>Servidor web: Apache.</a:t>
            </a:r>
          </a:p>
          <a:p>
            <a:pPr marL="700088"/>
            <a:r>
              <a:rPr lang="en-US"/>
              <a:t>Servidor de correos: Postfix, Sendmail, Qmail.</a:t>
            </a: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1"/>
          <p:cNvSpPr>
            <a:spLocks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/>
              <a:t>Linux como router - firewall - proxy</a:t>
            </a:r>
          </a:p>
        </p:txBody>
      </p:sp>
      <p:sp>
        <p:nvSpPr>
          <p:cNvPr id="37890" name="Rectangle 2"/>
          <p:cNvSpPr>
            <a:spLocks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700088"/>
            <a:r>
              <a:rPr lang="en-US"/>
              <a:t>Firewall: Iptables.</a:t>
            </a:r>
          </a:p>
          <a:p>
            <a:pPr marL="700088"/>
            <a:r>
              <a:rPr lang="en-US"/>
              <a:t>Router: route, ip.</a:t>
            </a:r>
          </a:p>
          <a:p>
            <a:pPr marL="700088"/>
            <a:r>
              <a:rPr lang="en-US"/>
              <a:t>Proxy: Squid.</a:t>
            </a:r>
          </a:p>
          <a:p>
            <a:pPr marL="700088"/>
            <a:r>
              <a:rPr lang="en-US"/>
              <a:t>Linux puede ser: Wireless hotspot, stateful inspection firewall, filtro de contenidos, gateway VPN, balanceador de carga, proxy reverso.</a:t>
            </a: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1"/>
          <p:cNvSpPr>
            <a:spLocks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/>
              <a:t>Distribuciones</a:t>
            </a:r>
          </a:p>
        </p:txBody>
      </p:sp>
      <p:sp>
        <p:nvSpPr>
          <p:cNvPr id="38914" name="Rectangle 2"/>
          <p:cNvSpPr>
            <a:spLocks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700088"/>
            <a:r>
              <a:rPr lang="en-US"/>
              <a:t>Red Hat</a:t>
            </a:r>
          </a:p>
          <a:p>
            <a:pPr marL="700088"/>
            <a:r>
              <a:rPr lang="en-US"/>
              <a:t>Suse</a:t>
            </a:r>
          </a:p>
          <a:p>
            <a:pPr marL="700088"/>
            <a:r>
              <a:rPr lang="en-US"/>
              <a:t>CentOS</a:t>
            </a:r>
          </a:p>
          <a:p>
            <a:pPr marL="700088"/>
            <a:r>
              <a:rPr lang="en-US"/>
              <a:t>Debian</a:t>
            </a:r>
          </a:p>
          <a:p>
            <a:pPr marL="700088"/>
            <a:r>
              <a:rPr lang="en-US"/>
              <a:t>Ubuntu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1"/>
          <p:cNvSpPr>
            <a:spLocks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/>
              <a:t>Productos comerciales</a:t>
            </a:r>
          </a:p>
        </p:txBody>
      </p:sp>
      <p:sp>
        <p:nvSpPr>
          <p:cNvPr id="39938" name="Rectangle 2"/>
          <p:cNvSpPr>
            <a:spLocks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700088"/>
            <a:r>
              <a:rPr lang="en-US" sz="2400"/>
              <a:t>Cpanel</a:t>
            </a:r>
          </a:p>
          <a:p>
            <a:pPr marL="700088"/>
            <a:r>
              <a:rPr lang="en-US" sz="2400"/>
              <a:t>JBoss</a:t>
            </a:r>
          </a:p>
          <a:p>
            <a:pPr marL="700088"/>
            <a:r>
              <a:rPr lang="en-US" sz="2400"/>
              <a:t>Zimbra</a:t>
            </a:r>
          </a:p>
          <a:p>
            <a:pPr marL="700088"/>
            <a:r>
              <a:rPr lang="en-US" sz="2400"/>
              <a:t>Vyatta</a:t>
            </a:r>
          </a:p>
          <a:p>
            <a:pPr marL="700088"/>
            <a:r>
              <a:rPr lang="en-US" sz="2400"/>
              <a:t>Astaro</a:t>
            </a:r>
          </a:p>
          <a:p>
            <a:pPr marL="700088"/>
            <a:r>
              <a:rPr lang="en-US" sz="2400"/>
              <a:t>Xen</a:t>
            </a:r>
          </a:p>
          <a:p>
            <a:pPr marL="700088"/>
            <a:r>
              <a:rPr lang="en-US" sz="2400"/>
              <a:t>KVM</a:t>
            </a:r>
          </a:p>
          <a:p>
            <a:pPr marL="700088"/>
            <a:r>
              <a:rPr lang="en-US" sz="2400"/>
              <a:t>iRedMail</a:t>
            </a: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1"/>
          <p:cNvSpPr>
            <a:spLocks noChangeArrowheads="1"/>
          </p:cNvSpPr>
          <p:nvPr>
            <p:ph type="title"/>
          </p:nvPr>
        </p:nvSpPr>
        <p:spPr>
          <a:xfrm>
            <a:off x="739775" y="627063"/>
            <a:ext cx="8610600" cy="698500"/>
          </a:xfrm>
          <a:ln/>
        </p:spPr>
        <p:txBody>
          <a:bodyPr/>
          <a:lstStyle/>
          <a:p>
            <a: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089900" algn="l"/>
              </a:tabLst>
            </a:pPr>
            <a:r>
              <a:rPr lang="en-US"/>
              <a:t>GNU/Linux vs Windows</a:t>
            </a:r>
          </a:p>
        </p:txBody>
      </p:sp>
      <p:sp>
        <p:nvSpPr>
          <p:cNvPr id="40962" name="Rectangle 2"/>
          <p:cNvSpPr>
            <a:spLocks noChangeArrowheads="1"/>
          </p:cNvSpPr>
          <p:nvPr>
            <p:ph type="body" idx="1"/>
          </p:nvPr>
        </p:nvSpPr>
        <p:spPr>
          <a:xfrm>
            <a:off x="741363" y="1822450"/>
            <a:ext cx="8609012" cy="4868863"/>
          </a:xfrm>
          <a:ln/>
        </p:spPr>
        <p:txBody>
          <a:bodyPr/>
          <a:lstStyle/>
          <a:p>
            <a:pPr marL="647700" lvl="3" indent="-647700" algn="ctr">
              <a:lnSpc>
                <a:spcPct val="93000"/>
              </a:lnSpc>
              <a:spcBef>
                <a:spcPct val="0"/>
              </a:spcBef>
              <a:buFont typeface="Palatino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089900" algn="l"/>
              </a:tabLst>
            </a:pPr>
            <a:r>
              <a:rPr lang="en-US" u="sng">
                <a:latin typeface="Lucida Grande" charset="0"/>
                <a:ea typeface="Lucida Grande" charset="0"/>
                <a:cs typeface="Lucida Grande" charset="0"/>
                <a:sym typeface="Lucida Grande" charset="0"/>
                <a:hlinkClick r:id="rId2"/>
              </a:rPr>
              <a:t>http://en.wikipedia.org/wiki/Comparison_of_Windows_and_Linux</a:t>
            </a:r>
            <a:endParaRPr lang="en-US" u="sng">
              <a:latin typeface="Lucida Grande" charset="0"/>
              <a:ea typeface="ヒラギノ角ゴ ProN W3" charset="0"/>
              <a:cs typeface="ヒラギノ角ゴ ProN W3" charset="0"/>
              <a:sym typeface="Lucida Grande" charset="0"/>
            </a:endParaRPr>
          </a:p>
        </p:txBody>
      </p:sp>
    </p:spTree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Título y viñetas">
  <a:themeElements>
    <a:clrScheme name="">
      <a:dk1>
        <a:srgbClr val="3F3F3F"/>
      </a:dk1>
      <a:lt1>
        <a:srgbClr val="FFFFFF"/>
      </a:lt1>
      <a:dk2>
        <a:srgbClr val="000000"/>
      </a:dk2>
      <a:lt2>
        <a:srgbClr val="FFFFFF"/>
      </a:lt2>
      <a:accent1>
        <a:srgbClr val="FFFFFF"/>
      </a:accent1>
      <a:accent2>
        <a:srgbClr val="333399"/>
      </a:accent2>
      <a:accent3>
        <a:srgbClr val="FFFFFF"/>
      </a:accent3>
      <a:accent4>
        <a:srgbClr val="343434"/>
      </a:accent4>
      <a:accent5>
        <a:srgbClr val="FFFFFF"/>
      </a:accent5>
      <a:accent6>
        <a:srgbClr val="2D2D8A"/>
      </a:accent6>
      <a:hlink>
        <a:srgbClr val="009999"/>
      </a:hlink>
      <a:folHlink>
        <a:srgbClr val="99CC00"/>
      </a:folHlink>
    </a:clrScheme>
    <a:fontScheme name="Título y viñetas">
      <a:majorFont>
        <a:latin typeface="Copperplate"/>
        <a:ea typeface="ヒラギノ明朝 ProN W3"/>
        <a:cs typeface="ヒラギノ明朝 ProN W3"/>
      </a:majorFont>
      <a:minorFont>
        <a:latin typeface="Palatino"/>
        <a:ea typeface="ヒラギノ明朝 ProN W3"/>
        <a:cs typeface="ヒラギノ明朝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40404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0" b="0" i="0" u="none" strike="noStrike" cap="none" normalizeH="0" baseline="0" smtClean="0">
            <a:ln>
              <a:noFill/>
            </a:ln>
            <a:solidFill>
              <a:srgbClr val="3F3F3F"/>
            </a:solidFill>
            <a:effectLst/>
            <a:latin typeface="Palatino" charset="0"/>
            <a:ea typeface="ヒラギノ明朝 ProN W3" charset="0"/>
            <a:cs typeface="ヒラギノ明朝 ProN W3" charset="0"/>
            <a:sym typeface="Palatino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40404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0" b="0" i="0" u="none" strike="noStrike" cap="none" normalizeH="0" baseline="0" smtClean="0">
            <a:ln>
              <a:noFill/>
            </a:ln>
            <a:solidFill>
              <a:srgbClr val="3F3F3F"/>
            </a:solidFill>
            <a:effectLst/>
            <a:latin typeface="Palatino" charset="0"/>
            <a:ea typeface="ヒラギノ明朝 ProN W3" charset="0"/>
            <a:cs typeface="ヒラギノ明朝 ProN W3" charset="0"/>
            <a:sym typeface="Palatino" charset="0"/>
          </a:defRPr>
        </a:defPPr>
      </a:lstStyle>
    </a:lnDef>
  </a:objectDefaults>
  <a:extraClrSchemeLst>
    <a:extraClrScheme>
      <a:clrScheme name="Título y viñeta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Viñetas">
  <a:themeElements>
    <a:clrScheme name="">
      <a:dk1>
        <a:srgbClr val="3F3F3F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343434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Viñetas">
      <a:majorFont>
        <a:latin typeface="Copperplate"/>
        <a:ea typeface="ヒラギノ明朝 ProN W3"/>
        <a:cs typeface="ヒラギノ明朝 ProN W3"/>
      </a:majorFont>
      <a:minorFont>
        <a:latin typeface="Palatino"/>
        <a:ea typeface="ヒラギノ明朝 ProN W3"/>
        <a:cs typeface="ヒラギノ明朝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40404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0" b="0" i="0" u="none" strike="noStrike" cap="none" normalizeH="0" baseline="0" smtClean="0">
            <a:ln>
              <a:noFill/>
            </a:ln>
            <a:solidFill>
              <a:srgbClr val="3F3F3F"/>
            </a:solidFill>
            <a:effectLst/>
            <a:latin typeface="Palatino" charset="0"/>
            <a:ea typeface="ヒラギノ明朝 ProN W3" charset="0"/>
            <a:cs typeface="ヒラギノ明朝 ProN W3" charset="0"/>
            <a:sym typeface="Palatino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40404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0" b="0" i="0" u="none" strike="noStrike" cap="none" normalizeH="0" baseline="0" smtClean="0">
            <a:ln>
              <a:noFill/>
            </a:ln>
            <a:solidFill>
              <a:srgbClr val="3F3F3F"/>
            </a:solidFill>
            <a:effectLst/>
            <a:latin typeface="Palatino" charset="0"/>
            <a:ea typeface="ヒラギノ明朝 ProN W3" charset="0"/>
            <a:cs typeface="ヒラギノ明朝 ProN W3" charset="0"/>
            <a:sym typeface="Palatino" charset="0"/>
          </a:defRPr>
        </a:defPPr>
      </a:lstStyle>
    </a:lnDef>
  </a:objectDefaults>
  <a:extraClrSchemeLst>
    <a:extraClrScheme>
      <a:clrScheme name="Viñeta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ítulo y subtítulo">
  <a:themeElements>
    <a:clrScheme name="">
      <a:dk1>
        <a:srgbClr val="333333"/>
      </a:dk1>
      <a:lt1>
        <a:srgbClr val="BFBFB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A3A3A3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ítulo y subtítulo">
      <a:majorFont>
        <a:latin typeface="Copperplate"/>
        <a:ea typeface="ヒラギノ明朝 ProN W3"/>
        <a:cs typeface="ヒラギノ明朝 ProN W3"/>
      </a:majorFont>
      <a:minorFont>
        <a:latin typeface="Copperplate"/>
        <a:ea typeface="ヒラギノ明朝 ProN W3"/>
        <a:cs typeface="ヒラギノ明朝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40404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0" b="0" i="0" u="none" strike="noStrike" cap="none" normalizeH="0" baseline="0" smtClean="0">
            <a:ln>
              <a:noFill/>
            </a:ln>
            <a:solidFill>
              <a:srgbClr val="3F3F3F"/>
            </a:solidFill>
            <a:effectLst/>
            <a:latin typeface="Palatino" charset="0"/>
            <a:ea typeface="ヒラギノ明朝 ProN W3" charset="0"/>
            <a:cs typeface="ヒラギノ明朝 ProN W3" charset="0"/>
            <a:sym typeface="Palatino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40404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0" b="0" i="0" u="none" strike="noStrike" cap="none" normalizeH="0" baseline="0" smtClean="0">
            <a:ln>
              <a:noFill/>
            </a:ln>
            <a:solidFill>
              <a:srgbClr val="3F3F3F"/>
            </a:solidFill>
            <a:effectLst/>
            <a:latin typeface="Palatino" charset="0"/>
            <a:ea typeface="ヒラギノ明朝 ProN W3" charset="0"/>
            <a:cs typeface="ヒラギノ明朝 ProN W3" charset="0"/>
            <a:sym typeface="Palatino" charset="0"/>
          </a:defRPr>
        </a:defPPr>
      </a:lstStyle>
    </a:lnDef>
  </a:objectDefaults>
  <a:extraClrSchemeLst>
    <a:extraClrScheme>
      <a:clrScheme name="Título y subtítul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Foto (vertical)">
  <a:themeElements>
    <a:clrScheme name="">
      <a:dk1>
        <a:srgbClr val="333333"/>
      </a:dk1>
      <a:lt1>
        <a:srgbClr val="BFBFB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A3A3A3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Foto (vertical)">
      <a:majorFont>
        <a:latin typeface="Copperplate"/>
        <a:ea typeface="ヒラギノ明朝 ProN W3"/>
        <a:cs typeface="ヒラギノ明朝 ProN W3"/>
      </a:majorFont>
      <a:minorFont>
        <a:latin typeface="Copperplate"/>
        <a:ea typeface="ヒラギノ明朝 ProN W3"/>
        <a:cs typeface="ヒラギノ明朝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40404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0" b="0" i="0" u="none" strike="noStrike" cap="none" normalizeH="0" baseline="0" smtClean="0">
            <a:ln>
              <a:noFill/>
            </a:ln>
            <a:solidFill>
              <a:srgbClr val="3F3F3F"/>
            </a:solidFill>
            <a:effectLst/>
            <a:latin typeface="Palatino" charset="0"/>
            <a:ea typeface="ヒラギノ明朝 ProN W3" charset="0"/>
            <a:cs typeface="ヒラギノ明朝 ProN W3" charset="0"/>
            <a:sym typeface="Palatino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40404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0" b="0" i="0" u="none" strike="noStrike" cap="none" normalizeH="0" baseline="0" smtClean="0">
            <a:ln>
              <a:noFill/>
            </a:ln>
            <a:solidFill>
              <a:srgbClr val="3F3F3F"/>
            </a:solidFill>
            <a:effectLst/>
            <a:latin typeface="Palatino" charset="0"/>
            <a:ea typeface="ヒラギノ明朝 ProN W3" charset="0"/>
            <a:cs typeface="ヒラギノ明朝 ProN W3" charset="0"/>
            <a:sym typeface="Palatino" charset="0"/>
          </a:defRPr>
        </a:defPPr>
      </a:lstStyle>
    </a:lnDef>
  </a:objectDefaults>
  <a:extraClrSchemeLst>
    <a:extraClrScheme>
      <a:clrScheme name="Foto (vertical)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Foto (vertical izquierda)">
  <a:themeElements>
    <a:clrScheme name="">
      <a:dk1>
        <a:srgbClr val="333333"/>
      </a:dk1>
      <a:lt1>
        <a:srgbClr val="BFBFB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A3A3A3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Foto (vertical izquierda)">
      <a:majorFont>
        <a:latin typeface="Copperplate"/>
        <a:ea typeface="ヒラギノ明朝 ProN W3"/>
        <a:cs typeface="ヒラギノ明朝 ProN W3"/>
      </a:majorFont>
      <a:minorFont>
        <a:latin typeface="Copperplate"/>
        <a:ea typeface="ヒラギノ明朝 ProN W3"/>
        <a:cs typeface="ヒラギノ明朝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40404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0" b="0" i="0" u="none" strike="noStrike" cap="none" normalizeH="0" baseline="0" smtClean="0">
            <a:ln>
              <a:noFill/>
            </a:ln>
            <a:solidFill>
              <a:srgbClr val="3F3F3F"/>
            </a:solidFill>
            <a:effectLst/>
            <a:latin typeface="Palatino" charset="0"/>
            <a:ea typeface="ヒラギノ明朝 ProN W3" charset="0"/>
            <a:cs typeface="ヒラギノ明朝 ProN W3" charset="0"/>
            <a:sym typeface="Palatino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40404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0" b="0" i="0" u="none" strike="noStrike" cap="none" normalizeH="0" baseline="0" smtClean="0">
            <a:ln>
              <a:noFill/>
            </a:ln>
            <a:solidFill>
              <a:srgbClr val="3F3F3F"/>
            </a:solidFill>
            <a:effectLst/>
            <a:latin typeface="Palatino" charset="0"/>
            <a:ea typeface="ヒラギノ明朝 ProN W3" charset="0"/>
            <a:cs typeface="ヒラギノ明朝 ProN W3" charset="0"/>
            <a:sym typeface="Palatino" charset="0"/>
          </a:defRPr>
        </a:defPPr>
      </a:lstStyle>
    </a:lnDef>
  </a:objectDefaults>
  <a:extraClrSchemeLst>
    <a:extraClrScheme>
      <a:clrScheme name="Foto (vertical izquierda)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Foto (horizontal)">
  <a:themeElements>
    <a:clrScheme name="">
      <a:dk1>
        <a:srgbClr val="333333"/>
      </a:dk1>
      <a:lt1>
        <a:srgbClr val="BFBFB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A3A3A3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Foto (horizontal)">
      <a:majorFont>
        <a:latin typeface="Copperplate"/>
        <a:ea typeface="ヒラギノ明朝 ProN W3"/>
        <a:cs typeface="ヒラギノ明朝 ProN W3"/>
      </a:majorFont>
      <a:minorFont>
        <a:latin typeface="Copperplate"/>
        <a:ea typeface="ヒラギノ明朝 ProN W3"/>
        <a:cs typeface="ヒラギノ明朝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40404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0" b="0" i="0" u="none" strike="noStrike" cap="none" normalizeH="0" baseline="0" smtClean="0">
            <a:ln>
              <a:noFill/>
            </a:ln>
            <a:solidFill>
              <a:srgbClr val="3F3F3F"/>
            </a:solidFill>
            <a:effectLst/>
            <a:latin typeface="Palatino" charset="0"/>
            <a:ea typeface="ヒラギノ明朝 ProN W3" charset="0"/>
            <a:cs typeface="ヒラギノ明朝 ProN W3" charset="0"/>
            <a:sym typeface="Palatino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40404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0" b="0" i="0" u="none" strike="noStrike" cap="none" normalizeH="0" baseline="0" smtClean="0">
            <a:ln>
              <a:noFill/>
            </a:ln>
            <a:solidFill>
              <a:srgbClr val="3F3F3F"/>
            </a:solidFill>
            <a:effectLst/>
            <a:latin typeface="Palatino" charset="0"/>
            <a:ea typeface="ヒラギノ明朝 ProN W3" charset="0"/>
            <a:cs typeface="ヒラギノ明朝 ProN W3" charset="0"/>
            <a:sym typeface="Palatino" charset="0"/>
          </a:defRPr>
        </a:defPPr>
      </a:lstStyle>
    </a:lnDef>
  </a:objectDefaults>
  <a:extraClrSchemeLst>
    <a:extraClrScheme>
      <a:clrScheme name="Foto (horizontal)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Título (centro)">
  <a:themeElements>
    <a:clrScheme name="">
      <a:dk1>
        <a:srgbClr val="333333"/>
      </a:dk1>
      <a:lt1>
        <a:srgbClr val="BFBFB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A3A3A3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ítulo (centro)">
      <a:majorFont>
        <a:latin typeface="Copperplate"/>
        <a:ea typeface="ヒラギノ明朝 ProN W3"/>
        <a:cs typeface="ヒラギノ明朝 ProN W3"/>
      </a:majorFont>
      <a:minorFont>
        <a:latin typeface="Copperplate"/>
        <a:ea typeface="ヒラギノ明朝 ProN W3"/>
        <a:cs typeface="ヒラギノ明朝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40404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0" b="0" i="0" u="none" strike="noStrike" cap="none" normalizeH="0" baseline="0" smtClean="0">
            <a:ln>
              <a:noFill/>
            </a:ln>
            <a:solidFill>
              <a:srgbClr val="3F3F3F"/>
            </a:solidFill>
            <a:effectLst/>
            <a:latin typeface="Palatino" charset="0"/>
            <a:ea typeface="ヒラギノ明朝 ProN W3" charset="0"/>
            <a:cs typeface="ヒラギノ明朝 ProN W3" charset="0"/>
            <a:sym typeface="Palatino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40404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0" b="0" i="0" u="none" strike="noStrike" cap="none" normalizeH="0" baseline="0" smtClean="0">
            <a:ln>
              <a:noFill/>
            </a:ln>
            <a:solidFill>
              <a:srgbClr val="3F3F3F"/>
            </a:solidFill>
            <a:effectLst/>
            <a:latin typeface="Palatino" charset="0"/>
            <a:ea typeface="ヒラギノ明朝 ProN W3" charset="0"/>
            <a:cs typeface="ヒラギノ明朝 ProN W3" charset="0"/>
            <a:sym typeface="Palatino" charset="0"/>
          </a:defRPr>
        </a:defPPr>
      </a:lstStyle>
    </a:lnDef>
  </a:objectDefaults>
  <a:extraClrSchemeLst>
    <a:extraClrScheme>
      <a:clrScheme name="Título (centro)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Título (arriba)">
  <a:themeElements>
    <a:clrScheme name="">
      <a:dk1>
        <a:srgbClr val="3F3F3F"/>
      </a:dk1>
      <a:lt1>
        <a:srgbClr val="FFFFFF"/>
      </a:lt1>
      <a:dk2>
        <a:srgbClr val="000000"/>
      </a:dk2>
      <a:lt2>
        <a:srgbClr val="FFFFFF"/>
      </a:lt2>
      <a:accent1>
        <a:srgbClr val="BBE0E3"/>
      </a:accent1>
      <a:accent2>
        <a:srgbClr val="333399"/>
      </a:accent2>
      <a:accent3>
        <a:srgbClr val="FFFFFF"/>
      </a:accent3>
      <a:accent4>
        <a:srgbClr val="343434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ítulo (arriba)">
      <a:majorFont>
        <a:latin typeface="Copperplate"/>
        <a:ea typeface="ヒラギノ明朝 ProN W3"/>
        <a:cs typeface="ヒラギノ明朝 ProN W3"/>
      </a:majorFont>
      <a:minorFont>
        <a:latin typeface="Palatino"/>
        <a:ea typeface="ヒラギノ明朝 ProN W3"/>
        <a:cs typeface="ヒラギノ明朝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40404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0" b="0" i="0" u="none" strike="noStrike" cap="none" normalizeH="0" baseline="0" smtClean="0">
            <a:ln>
              <a:noFill/>
            </a:ln>
            <a:solidFill>
              <a:srgbClr val="3F3F3F"/>
            </a:solidFill>
            <a:effectLst/>
            <a:latin typeface="Palatino" charset="0"/>
            <a:ea typeface="ヒラギノ明朝 ProN W3" charset="0"/>
            <a:cs typeface="ヒラギノ明朝 ProN W3" charset="0"/>
            <a:sym typeface="Palatino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40404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0" b="0" i="0" u="none" strike="noStrike" cap="none" normalizeH="0" baseline="0" smtClean="0">
            <a:ln>
              <a:noFill/>
            </a:ln>
            <a:solidFill>
              <a:srgbClr val="3F3F3F"/>
            </a:solidFill>
            <a:effectLst/>
            <a:latin typeface="Palatino" charset="0"/>
            <a:ea typeface="ヒラギノ明朝 ProN W3" charset="0"/>
            <a:cs typeface="ヒラギノ明朝 ProN W3" charset="0"/>
            <a:sym typeface="Palatino" charset="0"/>
          </a:defRPr>
        </a:defPPr>
      </a:lstStyle>
    </a:lnDef>
  </a:objectDefaults>
  <a:extraClrSchemeLst>
    <a:extraClrScheme>
      <a:clrScheme name="Título (arriba)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En blanco">
  <a:themeElements>
    <a:clrScheme name="">
      <a:dk1>
        <a:srgbClr val="3F3F3F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343434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n blanco">
      <a:majorFont>
        <a:latin typeface="Copperplate"/>
        <a:ea typeface="ヒラギノ明朝 ProN W3"/>
        <a:cs typeface="ヒラギノ明朝 ProN W3"/>
      </a:majorFont>
      <a:minorFont>
        <a:latin typeface="Palatino"/>
        <a:ea typeface="ヒラギノ明朝 ProN W3"/>
        <a:cs typeface="ヒラギノ明朝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40404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0" b="0" i="0" u="none" strike="noStrike" cap="none" normalizeH="0" baseline="0" smtClean="0">
            <a:ln>
              <a:noFill/>
            </a:ln>
            <a:solidFill>
              <a:srgbClr val="3F3F3F"/>
            </a:solidFill>
            <a:effectLst/>
            <a:latin typeface="Palatino" charset="0"/>
            <a:ea typeface="ヒラギノ明朝 ProN W3" charset="0"/>
            <a:cs typeface="ヒラギノ明朝 ProN W3" charset="0"/>
            <a:sym typeface="Palatino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40404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0" b="0" i="0" u="none" strike="noStrike" cap="none" normalizeH="0" baseline="0" smtClean="0">
            <a:ln>
              <a:noFill/>
            </a:ln>
            <a:solidFill>
              <a:srgbClr val="3F3F3F"/>
            </a:solidFill>
            <a:effectLst/>
            <a:latin typeface="Palatino" charset="0"/>
            <a:ea typeface="ヒラギノ明朝 ProN W3" charset="0"/>
            <a:cs typeface="ヒラギノ明朝 ProN W3" charset="0"/>
            <a:sym typeface="Palatino" charset="0"/>
          </a:defRPr>
        </a:defPPr>
      </a:lstStyle>
    </a:lnDef>
  </a:objectDefaults>
  <a:extraClrSchemeLst>
    <a:extraClrScheme>
      <a:clrScheme name="En blanc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Título y viñetas (izquierda)">
  <a:themeElements>
    <a:clrScheme name="">
      <a:dk1>
        <a:srgbClr val="3F3F3F"/>
      </a:dk1>
      <a:lt1>
        <a:srgbClr val="FFFFFF"/>
      </a:lt1>
      <a:dk2>
        <a:srgbClr val="000000"/>
      </a:dk2>
      <a:lt2>
        <a:srgbClr val="FFFFFF"/>
      </a:lt2>
      <a:accent1>
        <a:srgbClr val="BBE0E3"/>
      </a:accent1>
      <a:accent2>
        <a:srgbClr val="333399"/>
      </a:accent2>
      <a:accent3>
        <a:srgbClr val="FFFFFF"/>
      </a:accent3>
      <a:accent4>
        <a:srgbClr val="343434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ítulo y viñetas (izquierda)">
      <a:majorFont>
        <a:latin typeface="Copperplate"/>
        <a:ea typeface="ヒラギノ明朝 ProN W3"/>
        <a:cs typeface="ヒラギノ明朝 ProN W3"/>
      </a:majorFont>
      <a:minorFont>
        <a:latin typeface="Palatino"/>
        <a:ea typeface="ヒラギノ明朝 ProN W3"/>
        <a:cs typeface="ヒラギノ明朝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40404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0" b="0" i="0" u="none" strike="noStrike" cap="none" normalizeH="0" baseline="0" smtClean="0">
            <a:ln>
              <a:noFill/>
            </a:ln>
            <a:solidFill>
              <a:srgbClr val="3F3F3F"/>
            </a:solidFill>
            <a:effectLst/>
            <a:latin typeface="Palatino" charset="0"/>
            <a:ea typeface="ヒラギノ明朝 ProN W3" charset="0"/>
            <a:cs typeface="ヒラギノ明朝 ProN W3" charset="0"/>
            <a:sym typeface="Palatino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40404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0" b="0" i="0" u="none" strike="noStrike" cap="none" normalizeH="0" baseline="0" smtClean="0">
            <a:ln>
              <a:noFill/>
            </a:ln>
            <a:solidFill>
              <a:srgbClr val="3F3F3F"/>
            </a:solidFill>
            <a:effectLst/>
            <a:latin typeface="Palatino" charset="0"/>
            <a:ea typeface="ヒラギノ明朝 ProN W3" charset="0"/>
            <a:cs typeface="ヒラギノ明朝 ProN W3" charset="0"/>
            <a:sym typeface="Palatino" charset="0"/>
          </a:defRPr>
        </a:defPPr>
      </a:lstStyle>
    </a:lnDef>
  </a:objectDefaults>
  <a:extraClrSchemeLst>
    <a:extraClrScheme>
      <a:clrScheme name="Título y viñetas (izquierda)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Título y viñetas (2 columnas)">
  <a:themeElements>
    <a:clrScheme name="">
      <a:dk1>
        <a:srgbClr val="3F3F3F"/>
      </a:dk1>
      <a:lt1>
        <a:srgbClr val="FFFFFF"/>
      </a:lt1>
      <a:dk2>
        <a:srgbClr val="000000"/>
      </a:dk2>
      <a:lt2>
        <a:srgbClr val="FFFFFF"/>
      </a:lt2>
      <a:accent1>
        <a:srgbClr val="BBE0E3"/>
      </a:accent1>
      <a:accent2>
        <a:srgbClr val="333399"/>
      </a:accent2>
      <a:accent3>
        <a:srgbClr val="FFFFFF"/>
      </a:accent3>
      <a:accent4>
        <a:srgbClr val="343434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ítulo y viñetas (2 columnas)">
      <a:majorFont>
        <a:latin typeface="Copperplate"/>
        <a:ea typeface="ヒラギノ明朝 ProN W3"/>
        <a:cs typeface="ヒラギノ明朝 ProN W3"/>
      </a:majorFont>
      <a:minorFont>
        <a:latin typeface="Palatino"/>
        <a:ea typeface="ヒラギノ明朝 ProN W3"/>
        <a:cs typeface="ヒラギノ明朝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40404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0" b="0" i="0" u="none" strike="noStrike" cap="none" normalizeH="0" baseline="0" smtClean="0">
            <a:ln>
              <a:noFill/>
            </a:ln>
            <a:solidFill>
              <a:srgbClr val="3F3F3F"/>
            </a:solidFill>
            <a:effectLst/>
            <a:latin typeface="Palatino" charset="0"/>
            <a:ea typeface="ヒラギノ明朝 ProN W3" charset="0"/>
            <a:cs typeface="ヒラギノ明朝 ProN W3" charset="0"/>
            <a:sym typeface="Palatino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40404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0" b="0" i="0" u="none" strike="noStrike" cap="none" normalizeH="0" baseline="0" smtClean="0">
            <a:ln>
              <a:noFill/>
            </a:ln>
            <a:solidFill>
              <a:srgbClr val="3F3F3F"/>
            </a:solidFill>
            <a:effectLst/>
            <a:latin typeface="Palatino" charset="0"/>
            <a:ea typeface="ヒラギノ明朝 ProN W3" charset="0"/>
            <a:cs typeface="ヒラギノ明朝 ProN W3" charset="0"/>
            <a:sym typeface="Palatino" charset="0"/>
          </a:defRPr>
        </a:defPPr>
      </a:lstStyle>
    </a:lnDef>
  </a:objectDefaults>
  <a:extraClrSchemeLst>
    <a:extraClrScheme>
      <a:clrScheme name="Título y viñetas (2 columnas)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Título, viñetas y foto">
  <a:themeElements>
    <a:clrScheme name="">
      <a:dk1>
        <a:srgbClr val="3F3F3F"/>
      </a:dk1>
      <a:lt1>
        <a:srgbClr val="FFFFFF"/>
      </a:lt1>
      <a:dk2>
        <a:srgbClr val="000000"/>
      </a:dk2>
      <a:lt2>
        <a:srgbClr val="FFFFFF"/>
      </a:lt2>
      <a:accent1>
        <a:srgbClr val="BBE0E3"/>
      </a:accent1>
      <a:accent2>
        <a:srgbClr val="333399"/>
      </a:accent2>
      <a:accent3>
        <a:srgbClr val="FFFFFF"/>
      </a:accent3>
      <a:accent4>
        <a:srgbClr val="343434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ítulo, viñetas y foto">
      <a:majorFont>
        <a:latin typeface="Copperplate"/>
        <a:ea typeface="ヒラギノ明朝 ProN W3"/>
        <a:cs typeface="ヒラギノ明朝 ProN W3"/>
      </a:majorFont>
      <a:minorFont>
        <a:latin typeface="Palatino"/>
        <a:ea typeface="ヒラギノ明朝 ProN W3"/>
        <a:cs typeface="ヒラギノ明朝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40404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0" b="0" i="0" u="none" strike="noStrike" cap="none" normalizeH="0" baseline="0" smtClean="0">
            <a:ln>
              <a:noFill/>
            </a:ln>
            <a:solidFill>
              <a:srgbClr val="3F3F3F"/>
            </a:solidFill>
            <a:effectLst/>
            <a:latin typeface="Palatino" charset="0"/>
            <a:ea typeface="ヒラギノ明朝 ProN W3" charset="0"/>
            <a:cs typeface="ヒラギノ明朝 ProN W3" charset="0"/>
            <a:sym typeface="Palatino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40404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0" b="0" i="0" u="none" strike="noStrike" cap="none" normalizeH="0" baseline="0" smtClean="0">
            <a:ln>
              <a:noFill/>
            </a:ln>
            <a:solidFill>
              <a:srgbClr val="3F3F3F"/>
            </a:solidFill>
            <a:effectLst/>
            <a:latin typeface="Palatino" charset="0"/>
            <a:ea typeface="ヒラギノ明朝 ProN W3" charset="0"/>
            <a:cs typeface="ヒラギノ明朝 ProN W3" charset="0"/>
            <a:sym typeface="Palatino" charset="0"/>
          </a:defRPr>
        </a:defPPr>
      </a:lstStyle>
    </a:lnDef>
  </a:objectDefaults>
  <a:extraClrSchemeLst>
    <a:extraClrScheme>
      <a:clrScheme name="Título, viñetas y fot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Foto (horizontal A)">
  <a:themeElements>
    <a:clrScheme name="">
      <a:dk1>
        <a:srgbClr val="3F3F3F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343434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Foto (horizontal A)">
      <a:majorFont>
        <a:latin typeface="Copperplate"/>
        <a:ea typeface="ヒラギノ明朝 ProN W3"/>
        <a:cs typeface="ヒラギノ明朝 ProN W3"/>
      </a:majorFont>
      <a:minorFont>
        <a:latin typeface="Palatino"/>
        <a:ea typeface="ヒラギノ明朝 ProN W3"/>
        <a:cs typeface="ヒラギノ明朝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40404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0" b="0" i="0" u="none" strike="noStrike" cap="none" normalizeH="0" baseline="0" smtClean="0">
            <a:ln>
              <a:noFill/>
            </a:ln>
            <a:solidFill>
              <a:srgbClr val="3F3F3F"/>
            </a:solidFill>
            <a:effectLst/>
            <a:latin typeface="Palatino" charset="0"/>
            <a:ea typeface="ヒラギノ明朝 ProN W3" charset="0"/>
            <a:cs typeface="ヒラギノ明朝 ProN W3" charset="0"/>
            <a:sym typeface="Palatino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40404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0" b="0" i="0" u="none" strike="noStrike" cap="none" normalizeH="0" baseline="0" smtClean="0">
            <a:ln>
              <a:noFill/>
            </a:ln>
            <a:solidFill>
              <a:srgbClr val="3F3F3F"/>
            </a:solidFill>
            <a:effectLst/>
            <a:latin typeface="Palatino" charset="0"/>
            <a:ea typeface="ヒラギノ明朝 ProN W3" charset="0"/>
            <a:cs typeface="ヒラギノ明朝 ProN W3" charset="0"/>
            <a:sym typeface="Palatino" charset="0"/>
          </a:defRPr>
        </a:defPPr>
      </a:lstStyle>
    </a:lnDef>
  </a:objectDefaults>
  <a:extraClrSchemeLst>
    <a:extraClrScheme>
      <a:clrScheme name="Foto (horizontal A)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Foto (vertical A)">
  <a:themeElements>
    <a:clrScheme name="">
      <a:dk1>
        <a:srgbClr val="3F3F3F"/>
      </a:dk1>
      <a:lt1>
        <a:srgbClr val="FFFFFF"/>
      </a:lt1>
      <a:dk2>
        <a:srgbClr val="000000"/>
      </a:dk2>
      <a:lt2>
        <a:srgbClr val="FFFFFF"/>
      </a:lt2>
      <a:accent1>
        <a:srgbClr val="BBE0E3"/>
      </a:accent1>
      <a:accent2>
        <a:srgbClr val="333399"/>
      </a:accent2>
      <a:accent3>
        <a:srgbClr val="FFFFFF"/>
      </a:accent3>
      <a:accent4>
        <a:srgbClr val="343434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Foto (vertical A)">
      <a:majorFont>
        <a:latin typeface="Copperplate"/>
        <a:ea typeface="ヒラギノ明朝 ProN W3"/>
        <a:cs typeface="ヒラギノ明朝 ProN W3"/>
      </a:majorFont>
      <a:minorFont>
        <a:latin typeface="Palatino"/>
        <a:ea typeface="ヒラギノ明朝 ProN W3"/>
        <a:cs typeface="ヒラギノ明朝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40404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0" b="0" i="0" u="none" strike="noStrike" cap="none" normalizeH="0" baseline="0" smtClean="0">
            <a:ln>
              <a:noFill/>
            </a:ln>
            <a:solidFill>
              <a:srgbClr val="3F3F3F"/>
            </a:solidFill>
            <a:effectLst/>
            <a:latin typeface="Palatino" charset="0"/>
            <a:ea typeface="ヒラギノ明朝 ProN W3" charset="0"/>
            <a:cs typeface="ヒラギノ明朝 ProN W3" charset="0"/>
            <a:sym typeface="Palatino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40404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0" b="0" i="0" u="none" strike="noStrike" cap="none" normalizeH="0" baseline="0" smtClean="0">
            <a:ln>
              <a:noFill/>
            </a:ln>
            <a:solidFill>
              <a:srgbClr val="3F3F3F"/>
            </a:solidFill>
            <a:effectLst/>
            <a:latin typeface="Palatino" charset="0"/>
            <a:ea typeface="ヒラギノ明朝 ProN W3" charset="0"/>
            <a:cs typeface="ヒラギノ明朝 ProN W3" charset="0"/>
            <a:sym typeface="Palatino" charset="0"/>
          </a:defRPr>
        </a:defPPr>
      </a:lstStyle>
    </a:lnDef>
  </a:objectDefaults>
  <a:extraClrSchemeLst>
    <a:extraClrScheme>
      <a:clrScheme name="Foto (vertical A)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Foto (panorámica)">
  <a:themeElements>
    <a:clrScheme name="">
      <a:dk1>
        <a:srgbClr val="3F3F3F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343434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Foto (panorámica)">
      <a:majorFont>
        <a:latin typeface="Copperplate"/>
        <a:ea typeface="ヒラギノ明朝 ProN W3"/>
        <a:cs typeface="ヒラギノ明朝 ProN W3"/>
      </a:majorFont>
      <a:minorFont>
        <a:latin typeface="Palatino"/>
        <a:ea typeface="ヒラギノ明朝 ProN W3"/>
        <a:cs typeface="ヒラギノ明朝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40404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0" b="0" i="0" u="none" strike="noStrike" cap="none" normalizeH="0" baseline="0" smtClean="0">
            <a:ln>
              <a:noFill/>
            </a:ln>
            <a:solidFill>
              <a:srgbClr val="3F3F3F"/>
            </a:solidFill>
            <a:effectLst/>
            <a:latin typeface="Palatino" charset="0"/>
            <a:ea typeface="ヒラギノ明朝 ProN W3" charset="0"/>
            <a:cs typeface="ヒラギノ明朝 ProN W3" charset="0"/>
            <a:sym typeface="Palatino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40404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0" b="0" i="0" u="none" strike="noStrike" cap="none" normalizeH="0" baseline="0" smtClean="0">
            <a:ln>
              <a:noFill/>
            </a:ln>
            <a:solidFill>
              <a:srgbClr val="3F3F3F"/>
            </a:solidFill>
            <a:effectLst/>
            <a:latin typeface="Palatino" charset="0"/>
            <a:ea typeface="ヒラギノ明朝 ProN W3" charset="0"/>
            <a:cs typeface="ヒラギノ明朝 ProN W3" charset="0"/>
            <a:sym typeface="Palatino" charset="0"/>
          </a:defRPr>
        </a:defPPr>
      </a:lstStyle>
    </a:lnDef>
  </a:objectDefaults>
  <a:extraClrSchemeLst>
    <a:extraClrScheme>
      <a:clrScheme name="Foto (panorámica)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Foto (cuadrada)">
  <a:themeElements>
    <a:clrScheme name="">
      <a:dk1>
        <a:srgbClr val="3F3F3F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343434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Foto (cuadrada)">
      <a:majorFont>
        <a:latin typeface="Copperplate"/>
        <a:ea typeface="ヒラギノ明朝 ProN W3"/>
        <a:cs typeface="ヒラギノ明朝 ProN W3"/>
      </a:majorFont>
      <a:minorFont>
        <a:latin typeface="Palatino"/>
        <a:ea typeface="ヒラギノ明朝 ProN W3"/>
        <a:cs typeface="ヒラギノ明朝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40404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0" b="0" i="0" u="none" strike="noStrike" cap="none" normalizeH="0" baseline="0" smtClean="0">
            <a:ln>
              <a:noFill/>
            </a:ln>
            <a:solidFill>
              <a:srgbClr val="3F3F3F"/>
            </a:solidFill>
            <a:effectLst/>
            <a:latin typeface="Palatino" charset="0"/>
            <a:ea typeface="ヒラギノ明朝 ProN W3" charset="0"/>
            <a:cs typeface="ヒラギノ明朝 ProN W3" charset="0"/>
            <a:sym typeface="Palatino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40404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0" b="0" i="0" u="none" strike="noStrike" cap="none" normalizeH="0" baseline="0" smtClean="0">
            <a:ln>
              <a:noFill/>
            </a:ln>
            <a:solidFill>
              <a:srgbClr val="3F3F3F"/>
            </a:solidFill>
            <a:effectLst/>
            <a:latin typeface="Palatino" charset="0"/>
            <a:ea typeface="ヒラギノ明朝 ProN W3" charset="0"/>
            <a:cs typeface="ヒラギノ明朝 ProN W3" charset="0"/>
            <a:sym typeface="Palatino" charset="0"/>
          </a:defRPr>
        </a:defPPr>
      </a:lstStyle>
    </a:lnDef>
  </a:objectDefaults>
  <a:extraClrSchemeLst>
    <a:extraClrScheme>
      <a:clrScheme name="Foto (cuadrada)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7.xml><?xml version="1.0" encoding="utf-8"?>
<a:theme xmlns:a="http://schemas.openxmlformats.org/drawingml/2006/main" name="Foto (grande)">
  <a:themeElements>
    <a:clrScheme name="">
      <a:dk1>
        <a:srgbClr val="3F3F3F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343434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Foto (grande)">
      <a:majorFont>
        <a:latin typeface="Copperplate"/>
        <a:ea typeface="ヒラギノ明朝 ProN W3"/>
        <a:cs typeface="ヒラギノ明朝 ProN W3"/>
      </a:majorFont>
      <a:minorFont>
        <a:latin typeface="Palatino"/>
        <a:ea typeface="ヒラギノ明朝 ProN W3"/>
        <a:cs typeface="ヒラギノ明朝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40404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0" b="0" i="0" u="none" strike="noStrike" cap="none" normalizeH="0" baseline="0" smtClean="0">
            <a:ln>
              <a:noFill/>
            </a:ln>
            <a:solidFill>
              <a:srgbClr val="3F3F3F"/>
            </a:solidFill>
            <a:effectLst/>
            <a:latin typeface="Palatino" charset="0"/>
            <a:ea typeface="ヒラギノ明朝 ProN W3" charset="0"/>
            <a:cs typeface="ヒラギノ明朝 ProN W3" charset="0"/>
            <a:sym typeface="Palatino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40404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0" b="0" i="0" u="none" strike="noStrike" cap="none" normalizeH="0" baseline="0" smtClean="0">
            <a:ln>
              <a:noFill/>
            </a:ln>
            <a:solidFill>
              <a:srgbClr val="3F3F3F"/>
            </a:solidFill>
            <a:effectLst/>
            <a:latin typeface="Palatino" charset="0"/>
            <a:ea typeface="ヒラギノ明朝 ProN W3" charset="0"/>
            <a:cs typeface="ヒラギノ明朝 ProN W3" charset="0"/>
            <a:sym typeface="Palatino" charset="0"/>
          </a:defRPr>
        </a:defPPr>
      </a:lstStyle>
    </a:lnDef>
  </a:objectDefaults>
  <a:extraClrSchemeLst>
    <a:extraClrScheme>
      <a:clrScheme name="Foto (grande)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8.xml><?xml version="1.0" encoding="utf-8"?>
<a:theme xmlns:a="http://schemas.openxmlformats.org/drawingml/2006/main" name="Título y viñetas (derecha)">
  <a:themeElements>
    <a:clrScheme name="">
      <a:dk1>
        <a:srgbClr val="3F3F3F"/>
      </a:dk1>
      <a:lt1>
        <a:srgbClr val="FFFFFF"/>
      </a:lt1>
      <a:dk2>
        <a:srgbClr val="000000"/>
      </a:dk2>
      <a:lt2>
        <a:srgbClr val="FFFFFF"/>
      </a:lt2>
      <a:accent1>
        <a:srgbClr val="BBE0E3"/>
      </a:accent1>
      <a:accent2>
        <a:srgbClr val="333399"/>
      </a:accent2>
      <a:accent3>
        <a:srgbClr val="FFFFFF"/>
      </a:accent3>
      <a:accent4>
        <a:srgbClr val="343434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ítulo y viñetas (derecha)">
      <a:majorFont>
        <a:latin typeface="Copperplate"/>
        <a:ea typeface="ヒラギノ明朝 ProN W3"/>
        <a:cs typeface="ヒラギノ明朝 ProN W3"/>
      </a:majorFont>
      <a:minorFont>
        <a:latin typeface="Palatino"/>
        <a:ea typeface="ヒラギノ明朝 ProN W3"/>
        <a:cs typeface="ヒラギノ明朝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40404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0" b="0" i="0" u="none" strike="noStrike" cap="none" normalizeH="0" baseline="0" smtClean="0">
            <a:ln>
              <a:noFill/>
            </a:ln>
            <a:solidFill>
              <a:srgbClr val="3F3F3F"/>
            </a:solidFill>
            <a:effectLst/>
            <a:latin typeface="Palatino" charset="0"/>
            <a:ea typeface="ヒラギノ明朝 ProN W3" charset="0"/>
            <a:cs typeface="ヒラギノ明朝 ProN W3" charset="0"/>
            <a:sym typeface="Palatino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40404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0" b="0" i="0" u="none" strike="noStrike" cap="none" normalizeH="0" baseline="0" smtClean="0">
            <a:ln>
              <a:noFill/>
            </a:ln>
            <a:solidFill>
              <a:srgbClr val="3F3F3F"/>
            </a:solidFill>
            <a:effectLst/>
            <a:latin typeface="Palatino" charset="0"/>
            <a:ea typeface="ヒラギノ明朝 ProN W3" charset="0"/>
            <a:cs typeface="ヒラギノ明朝 ProN W3" charset="0"/>
            <a:sym typeface="Palatino" charset="0"/>
          </a:defRPr>
        </a:defPPr>
      </a:lstStyle>
    </a:lnDef>
  </a:objectDefaults>
  <a:extraClrSchemeLst>
    <a:extraClrScheme>
      <a:clrScheme name="Título y viñetas (derecha)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Pages>0</Pages>
  <Words>500</Words>
  <Characters>0</Characters>
  <Application>Microsoft Office PowerPoint</Application>
  <PresentationFormat>Personalizado</PresentationFormat>
  <Lines>0</Lines>
  <Paragraphs>64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11</vt:i4>
      </vt:variant>
      <vt:variant>
        <vt:lpstr>Tema</vt:lpstr>
      </vt:variant>
      <vt:variant>
        <vt:i4>18</vt:i4>
      </vt:variant>
      <vt:variant>
        <vt:lpstr>Títulos de diapositiva</vt:lpstr>
      </vt:variant>
      <vt:variant>
        <vt:i4>22</vt:i4>
      </vt:variant>
    </vt:vector>
  </HeadingPairs>
  <TitlesOfParts>
    <vt:vector size="51" baseType="lpstr">
      <vt:lpstr>Palatino</vt:lpstr>
      <vt:lpstr>ヒラギノ明朝 ProN W3</vt:lpstr>
      <vt:lpstr>Copperplate</vt:lpstr>
      <vt:lpstr>Arial</vt:lpstr>
      <vt:lpstr>Arial Bold Italic</vt:lpstr>
      <vt:lpstr>ヒラギノ角ゴ ProN W6</vt:lpstr>
      <vt:lpstr>Times New Roman</vt:lpstr>
      <vt:lpstr>Arial Bold</vt:lpstr>
      <vt:lpstr>Arial Italic</vt:lpstr>
      <vt:lpstr>ヒラギノ角ゴ ProN W3</vt:lpstr>
      <vt:lpstr>Lucida Grande</vt:lpstr>
      <vt:lpstr>Título y viñetas</vt:lpstr>
      <vt:lpstr>Viñetas</vt:lpstr>
      <vt:lpstr>Título y subtítulo</vt:lpstr>
      <vt:lpstr>Foto (vertical)</vt:lpstr>
      <vt:lpstr>Foto (vertical izquierda)</vt:lpstr>
      <vt:lpstr>Foto (horizontal)</vt:lpstr>
      <vt:lpstr>Título (centro)</vt:lpstr>
      <vt:lpstr>Título (arriba)</vt:lpstr>
      <vt:lpstr>En blanco</vt:lpstr>
      <vt:lpstr>Título y viñetas (izquierda)</vt:lpstr>
      <vt:lpstr>Título y viñetas (2 columnas)</vt:lpstr>
      <vt:lpstr>Título, viñetas y foto</vt:lpstr>
      <vt:lpstr>Foto (horizontal A)</vt:lpstr>
      <vt:lpstr>Foto (vertical A)</vt:lpstr>
      <vt:lpstr>Foto (panorámica)</vt:lpstr>
      <vt:lpstr>Foto (cuadrada)</vt:lpstr>
      <vt:lpstr>Foto (grande)</vt:lpstr>
      <vt:lpstr>Título y viñetas (derecha)</vt:lpstr>
      <vt:lpstr>GNU / Linux</vt:lpstr>
      <vt:lpstr>Linux</vt:lpstr>
      <vt:lpstr>GNU/Linux</vt:lpstr>
      <vt:lpstr>GNU/Linux</vt:lpstr>
      <vt:lpstr>Evolución de Linux</vt:lpstr>
      <vt:lpstr>DISTRIBUCIONES</vt:lpstr>
      <vt:lpstr>Características de Software Linux Libre</vt:lpstr>
      <vt:lpstr>Características de Software Linux Multiplataforma </vt:lpstr>
      <vt:lpstr>Características de Software Linux Multitarea </vt:lpstr>
      <vt:lpstr>Características de Software Linux Multiusuario</vt:lpstr>
      <vt:lpstr>Características de Software Linux Adaptable</vt:lpstr>
      <vt:lpstr>Características de Software Linux Soporte</vt:lpstr>
      <vt:lpstr>La Filosofía GNU/Linux</vt:lpstr>
      <vt:lpstr>¿Quien utuliza GNU/Linux</vt:lpstr>
      <vt:lpstr>Linux en Escritorio: Gnome</vt:lpstr>
      <vt:lpstr>Linux en Escritorio: KDE</vt:lpstr>
      <vt:lpstr>Linux en Escritorio: XFCE</vt:lpstr>
      <vt:lpstr>Linux como servidor</vt:lpstr>
      <vt:lpstr>Linux como router - firewall - proxy</vt:lpstr>
      <vt:lpstr>Distribuciones</vt:lpstr>
      <vt:lpstr>Productos comerciales</vt:lpstr>
      <vt:lpstr>GNU/Linux vs Windows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GNU / Linux</dc:title>
  <dc:creator>hausuario</dc:creator>
  <cp:lastModifiedBy>hausuario</cp:lastModifiedBy>
  <cp:revision>1</cp:revision>
  <dcterms:modified xsi:type="dcterms:W3CDTF">2014-04-15T18:36:47Z</dcterms:modified>
</cp:coreProperties>
</file>